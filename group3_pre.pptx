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48" r:id="rId1"/>
  </p:sldMasterIdLst>
  <p:notesMasterIdLst>
    <p:notesMasterId r:id="rId4"/>
  </p:notesMasterIdLst>
  <p:sldIdLst>
    <p:sldId id="256" r:id="rId3"/>
    <p:sldId id="293" r:id="rId5"/>
    <p:sldId id="260" r:id="rId6"/>
    <p:sldId id="261" r:id="rId7"/>
    <p:sldId id="262" r:id="rId8"/>
    <p:sldId id="321" r:id="rId9"/>
    <p:sldId id="322" r:id="rId10"/>
    <p:sldId id="323" r:id="rId11"/>
    <p:sldId id="324" r:id="rId12"/>
    <p:sldId id="325" r:id="rId13"/>
    <p:sldId id="311" r:id="rId14"/>
    <p:sldId id="326" r:id="rId15"/>
    <p:sldId id="313" r:id="rId16"/>
    <p:sldId id="303" r:id="rId17"/>
    <p:sldId id="304" r:id="rId18"/>
    <p:sldId id="327" r:id="rId19"/>
    <p:sldId id="328" r:id="rId20"/>
    <p:sldId id="305" r:id="rId21"/>
    <p:sldId id="306" r:id="rId22"/>
    <p:sldId id="307" r:id="rId23"/>
    <p:sldId id="308" r:id="rId24"/>
    <p:sldId id="309" r:id="rId25"/>
    <p:sldId id="310" r:id="rId26"/>
    <p:sldId id="314" r:id="rId27"/>
    <p:sldId id="315" r:id="rId28"/>
    <p:sldId id="292" r:id="rId29"/>
    <p:sldId id="264" r:id="rId30"/>
    <p:sldId id="294" r:id="rId31"/>
  </p:sldIdLst>
  <p:sldSz cx="9144000" cy="5143500" type="screen16x9"/>
  <p:notesSz cx="6858000" cy="9144000"/>
  <p:embeddedFontLst>
    <p:embeddedFont>
      <p:font typeface="Overpass Black"/>
      <p:regular r:id="rId35"/>
      <p:bold r:id="rId36"/>
    </p:embeddedFont>
    <p:embeddedFont>
      <p:font typeface="Open Sans" panose="020B0606030504020204"/>
      <p:regular r:id="rId37"/>
      <p:bold r:id="rId38"/>
      <p:italic r:id="rId39"/>
      <p:boldItalic r:id="rId40"/>
    </p:embeddedFont>
    <p:embeddedFont>
      <p:font typeface="Open Sans SemiBold"/>
      <p:bold r:id="rId41"/>
    </p:embeddedFont>
  </p:embeddedFontLst>
  <p:custDataLst>
    <p:tags r:id="rId42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380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tags" Target="tags/tag26.xml"/><Relationship Id="rId41" Type="http://schemas.openxmlformats.org/officeDocument/2006/relationships/font" Target="fonts/font7.fntdata"/><Relationship Id="rId4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5.fntdata"/><Relationship Id="rId38" Type="http://schemas.openxmlformats.org/officeDocument/2006/relationships/font" Target="fonts/font4.fntdata"/><Relationship Id="rId37" Type="http://schemas.openxmlformats.org/officeDocument/2006/relationships/font" Target="fonts/font3.fntdata"/><Relationship Id="rId36" Type="http://schemas.openxmlformats.org/officeDocument/2006/relationships/font" Target="fonts/font2.fntdata"/><Relationship Id="rId35" Type="http://schemas.openxmlformats.org/officeDocument/2006/relationships/font" Target="fonts/font1.fntdata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2" name="Google Shape;212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3" name="Google Shape;212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" name="Google Shape;2182;ga7274a1822_0_4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3" name="Google Shape;2183;ga7274a1822_0_4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5" name="Google Shape;2175;ga7274a1822_0_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6" name="Google Shape;2176;ga7274a1822_0_3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" name="Google Shape;2182;ga7274a1822_0_4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3" name="Google Shape;2183;ga7274a1822_0_4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9" name="Google Shape;2189;ga7274a1822_0_5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0" name="Google Shape;2190;ga7274a1822_0_5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" name="Google Shape;2182;ga7274a1822_0_4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3" name="Google Shape;2183;ga7274a1822_0_4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3" name="Google Shape;2213;ga7274a1822_0_5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4" name="Google Shape;2214;ga7274a1822_0_5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4" name="Google Shape;2284;ga8768f9383_0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5" name="Google Shape;2285;ga8768f9383_0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7" name="Google Shape;2477;ga7274a1822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8" name="Google Shape;2478;ga7274a1822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9" name="Google Shape;2189;ga7274a1822_0_5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0" name="Google Shape;2190;ga7274a1822_0_5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" name="Google Shape;2182;ga7274a1822_0_4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3" name="Google Shape;2183;ga7274a1822_0_4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6" name="Google Shape;2716;gac2793e5b2_0_5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7" name="Google Shape;2717;gac2793e5b2_0_5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6" name="Google Shape;2716;gac2793e5b2_0_5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7" name="Google Shape;2717;gac2793e5b2_0_5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" name="Google Shape;2182;ga7274a1822_0_4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3" name="Google Shape;2183;ga7274a1822_0_4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" name="Google Shape;2182;ga7274a1822_0_4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3" name="Google Shape;2183;ga7274a1822_0_4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" name="Google Shape;2182;ga7274a1822_0_4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3" name="Google Shape;2183;ga7274a1822_0_4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9" name="Google Shape;2689;ga75a9251e8_1_3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0" name="Google Shape;2690;ga75a9251e8_1_3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" name="Google Shape;2182;ga7274a1822_0_4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3" name="Google Shape;2183;ga7274a1822_0_4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3" name="Google Shape;2243;ga7274a1822_0_6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4" name="Google Shape;2244;ga7274a1822_0_6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2" name="Google Shape;212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3" name="Google Shape;212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image" Target="../media/image8.png"/><Relationship Id="rId4" Type="http://schemas.openxmlformats.org/officeDocument/2006/relationships/image" Target="../media/image3.png"/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png"/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7" Type="http://schemas.openxmlformats.org/officeDocument/2006/relationships/image" Target="../media/image19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png"/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0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image" Target="../media/image13.png"/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0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png"/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7" Type="http://schemas.openxmlformats.org/officeDocument/2006/relationships/hyperlink" Target="https://www.freepik.com/" TargetMode="External"/><Relationship Id="rId6" Type="http://schemas.openxmlformats.org/officeDocument/2006/relationships/hyperlink" Target="https://www.flaticon.com/" TargetMode="External"/><Relationship Id="rId5" Type="http://schemas.openxmlformats.org/officeDocument/2006/relationships/hyperlink" Target="https://slidesgo.com/" TargetMode="Externa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png"/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image" Target="../media/image13.png"/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426500" y="1130675"/>
            <a:ext cx="62910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0000" y="3220225"/>
            <a:ext cx="770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 rot="1326165" flipH="1">
            <a:off x="-1328945" y="-932567"/>
            <a:ext cx="3297389" cy="2276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>
          <a:blip r:embed="rId3">
            <a:alphaModFix amt="64000"/>
          </a:blip>
          <a:stretch>
            <a:fillRect/>
          </a:stretch>
        </p:blipFill>
        <p:spPr>
          <a:xfrm rot="2440329">
            <a:off x="6865875" y="-711275"/>
            <a:ext cx="3592175" cy="3021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4">
            <a:alphaModFix amt="67000"/>
          </a:blip>
          <a:stretch>
            <a:fillRect/>
          </a:stretch>
        </p:blipFill>
        <p:spPr>
          <a:xfrm rot="5400000" flipH="1">
            <a:off x="-1871711" y="-356575"/>
            <a:ext cx="2894875" cy="2593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 rot="1326165" flipH="1">
            <a:off x="-889245" y="3430558"/>
            <a:ext cx="3297389" cy="2276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5">
            <a:alphaModFix amt="82000"/>
          </a:blip>
          <a:stretch>
            <a:fillRect/>
          </a:stretch>
        </p:blipFill>
        <p:spPr>
          <a:xfrm rot="10670981">
            <a:off x="6959826" y="3022524"/>
            <a:ext cx="3632875" cy="2999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" name="Google Shape;16;p2"/>
          <p:cNvGrpSpPr/>
          <p:nvPr/>
        </p:nvGrpSpPr>
        <p:grpSpPr>
          <a:xfrm rot="-2700000">
            <a:off x="381980" y="2801012"/>
            <a:ext cx="1344349" cy="2469678"/>
            <a:chOff x="272875" y="1419395"/>
            <a:chExt cx="255950" cy="563168"/>
          </a:xfrm>
        </p:grpSpPr>
        <p:sp>
          <p:nvSpPr>
            <p:cNvPr id="17" name="Google Shape;17;p2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69050" y="1615955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490635" y="1582215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438343" y="1487068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360075" y="195388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394558" y="1560904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418850" y="1419395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2" name="Google Shape;52;p2"/>
          <p:cNvGrpSpPr/>
          <p:nvPr/>
        </p:nvGrpSpPr>
        <p:grpSpPr>
          <a:xfrm rot="-2700000">
            <a:off x="7112113" y="-364316"/>
            <a:ext cx="1344349" cy="1995327"/>
            <a:chOff x="272875" y="1527563"/>
            <a:chExt cx="255950" cy="455000"/>
          </a:xfrm>
        </p:grpSpPr>
        <p:sp>
          <p:nvSpPr>
            <p:cNvPr id="53" name="Google Shape;53;p2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8" name="Google Shape;88;p2"/>
          <p:cNvSpPr/>
          <p:nvPr/>
        </p:nvSpPr>
        <p:spPr>
          <a:xfrm rot="10800000">
            <a:off x="4793599" y="4568874"/>
            <a:ext cx="2265082" cy="2165834"/>
          </a:xfrm>
          <a:custGeom>
            <a:avLst/>
            <a:gdLst/>
            <a:ahLst/>
            <a:cxnLst/>
            <a:rect l="l" t="t" r="r" b="b"/>
            <a:pathLst>
              <a:path w="21339" h="20404" extrusionOk="0">
                <a:moveTo>
                  <a:pt x="95" y="0"/>
                </a:moveTo>
                <a:cubicBezTo>
                  <a:pt x="50" y="0"/>
                  <a:pt x="0" y="36"/>
                  <a:pt x="12" y="93"/>
                </a:cubicBezTo>
                <a:cubicBezTo>
                  <a:pt x="485" y="2330"/>
                  <a:pt x="1054" y="4567"/>
                  <a:pt x="1680" y="6766"/>
                </a:cubicBezTo>
                <a:cubicBezTo>
                  <a:pt x="2324" y="8965"/>
                  <a:pt x="3045" y="11126"/>
                  <a:pt x="3822" y="13249"/>
                </a:cubicBezTo>
                <a:cubicBezTo>
                  <a:pt x="4220" y="14330"/>
                  <a:pt x="4618" y="15391"/>
                  <a:pt x="5054" y="16453"/>
                </a:cubicBezTo>
                <a:cubicBezTo>
                  <a:pt x="5225" y="16889"/>
                  <a:pt x="5433" y="17287"/>
                  <a:pt x="5699" y="17666"/>
                </a:cubicBezTo>
                <a:cubicBezTo>
                  <a:pt x="5926" y="17988"/>
                  <a:pt x="6267" y="18216"/>
                  <a:pt x="6646" y="18348"/>
                </a:cubicBezTo>
                <a:cubicBezTo>
                  <a:pt x="6705" y="18361"/>
                  <a:pt x="6764" y="18368"/>
                  <a:pt x="6823" y="18368"/>
                </a:cubicBezTo>
                <a:cubicBezTo>
                  <a:pt x="7107" y="18368"/>
                  <a:pt x="7384" y="18221"/>
                  <a:pt x="7556" y="17969"/>
                </a:cubicBezTo>
                <a:cubicBezTo>
                  <a:pt x="7746" y="17609"/>
                  <a:pt x="7784" y="17173"/>
                  <a:pt x="7708" y="16775"/>
                </a:cubicBezTo>
                <a:cubicBezTo>
                  <a:pt x="7519" y="15770"/>
                  <a:pt x="7253" y="14784"/>
                  <a:pt x="6893" y="13837"/>
                </a:cubicBezTo>
                <a:cubicBezTo>
                  <a:pt x="6248" y="11941"/>
                  <a:pt x="5414" y="9969"/>
                  <a:pt x="5528" y="7922"/>
                </a:cubicBezTo>
                <a:cubicBezTo>
                  <a:pt x="5543" y="7707"/>
                  <a:pt x="5559" y="7504"/>
                  <a:pt x="5594" y="7294"/>
                </a:cubicBezTo>
                <a:lnTo>
                  <a:pt x="5594" y="7294"/>
                </a:lnTo>
                <a:cubicBezTo>
                  <a:pt x="6312" y="7702"/>
                  <a:pt x="6661" y="8502"/>
                  <a:pt x="6893" y="9268"/>
                </a:cubicBezTo>
                <a:cubicBezTo>
                  <a:pt x="7234" y="10349"/>
                  <a:pt x="7519" y="11467"/>
                  <a:pt x="7822" y="12567"/>
                </a:cubicBezTo>
                <a:lnTo>
                  <a:pt x="8789" y="16036"/>
                </a:lnTo>
                <a:cubicBezTo>
                  <a:pt x="8940" y="16604"/>
                  <a:pt x="9111" y="17173"/>
                  <a:pt x="9263" y="17742"/>
                </a:cubicBezTo>
                <a:cubicBezTo>
                  <a:pt x="9376" y="18216"/>
                  <a:pt x="9509" y="18652"/>
                  <a:pt x="9699" y="19107"/>
                </a:cubicBezTo>
                <a:cubicBezTo>
                  <a:pt x="9966" y="19713"/>
                  <a:pt x="10452" y="20404"/>
                  <a:pt x="11172" y="20404"/>
                </a:cubicBezTo>
                <a:cubicBezTo>
                  <a:pt x="11217" y="20404"/>
                  <a:pt x="11263" y="20401"/>
                  <a:pt x="11310" y="20396"/>
                </a:cubicBezTo>
                <a:cubicBezTo>
                  <a:pt x="11708" y="20339"/>
                  <a:pt x="12068" y="20092"/>
                  <a:pt x="12258" y="19732"/>
                </a:cubicBezTo>
                <a:cubicBezTo>
                  <a:pt x="12485" y="19334"/>
                  <a:pt x="12580" y="18860"/>
                  <a:pt x="12504" y="18405"/>
                </a:cubicBezTo>
                <a:cubicBezTo>
                  <a:pt x="12390" y="17855"/>
                  <a:pt x="12239" y="17306"/>
                  <a:pt x="12030" y="16794"/>
                </a:cubicBezTo>
                <a:cubicBezTo>
                  <a:pt x="11841" y="16263"/>
                  <a:pt x="11651" y="15713"/>
                  <a:pt x="11462" y="15183"/>
                </a:cubicBezTo>
                <a:cubicBezTo>
                  <a:pt x="11101" y="14083"/>
                  <a:pt x="10779" y="12965"/>
                  <a:pt x="10457" y="11865"/>
                </a:cubicBezTo>
                <a:cubicBezTo>
                  <a:pt x="10154" y="10766"/>
                  <a:pt x="9869" y="9628"/>
                  <a:pt x="9623" y="8491"/>
                </a:cubicBezTo>
                <a:cubicBezTo>
                  <a:pt x="9414" y="7486"/>
                  <a:pt x="9168" y="6424"/>
                  <a:pt x="9414" y="5420"/>
                </a:cubicBezTo>
                <a:cubicBezTo>
                  <a:pt x="9462" y="5197"/>
                  <a:pt x="9536" y="5002"/>
                  <a:pt x="9626" y="4810"/>
                </a:cubicBezTo>
                <a:lnTo>
                  <a:pt x="9626" y="4810"/>
                </a:lnTo>
                <a:cubicBezTo>
                  <a:pt x="11118" y="5773"/>
                  <a:pt x="11814" y="7472"/>
                  <a:pt x="12239" y="9135"/>
                </a:cubicBezTo>
                <a:cubicBezTo>
                  <a:pt x="12485" y="10026"/>
                  <a:pt x="12637" y="10936"/>
                  <a:pt x="12807" y="11846"/>
                </a:cubicBezTo>
                <a:cubicBezTo>
                  <a:pt x="13035" y="13040"/>
                  <a:pt x="13300" y="14216"/>
                  <a:pt x="13623" y="15391"/>
                </a:cubicBezTo>
                <a:cubicBezTo>
                  <a:pt x="13945" y="16547"/>
                  <a:pt x="14324" y="17723"/>
                  <a:pt x="14741" y="18879"/>
                </a:cubicBezTo>
                <a:cubicBezTo>
                  <a:pt x="14912" y="19315"/>
                  <a:pt x="15063" y="19827"/>
                  <a:pt x="15480" y="20092"/>
                </a:cubicBezTo>
                <a:cubicBezTo>
                  <a:pt x="15595" y="20165"/>
                  <a:pt x="15723" y="20199"/>
                  <a:pt x="15849" y="20199"/>
                </a:cubicBezTo>
                <a:cubicBezTo>
                  <a:pt x="16119" y="20199"/>
                  <a:pt x="16382" y="20042"/>
                  <a:pt x="16485" y="19770"/>
                </a:cubicBezTo>
                <a:cubicBezTo>
                  <a:pt x="16694" y="19334"/>
                  <a:pt x="16675" y="18765"/>
                  <a:pt x="16656" y="18292"/>
                </a:cubicBezTo>
                <a:cubicBezTo>
                  <a:pt x="16637" y="17723"/>
                  <a:pt x="16542" y="17154"/>
                  <a:pt x="16428" y="16585"/>
                </a:cubicBezTo>
                <a:cubicBezTo>
                  <a:pt x="16125" y="15467"/>
                  <a:pt x="15746" y="14348"/>
                  <a:pt x="15291" y="13268"/>
                </a:cubicBezTo>
                <a:cubicBezTo>
                  <a:pt x="14419" y="10993"/>
                  <a:pt x="13793" y="8623"/>
                  <a:pt x="13433" y="6216"/>
                </a:cubicBezTo>
                <a:cubicBezTo>
                  <a:pt x="13360" y="5689"/>
                  <a:pt x="13392" y="4465"/>
                  <a:pt x="14163" y="4465"/>
                </a:cubicBezTo>
                <a:cubicBezTo>
                  <a:pt x="14197" y="4465"/>
                  <a:pt x="14231" y="4467"/>
                  <a:pt x="14267" y="4472"/>
                </a:cubicBezTo>
                <a:cubicBezTo>
                  <a:pt x="14741" y="4548"/>
                  <a:pt x="15025" y="5060"/>
                  <a:pt x="15234" y="5439"/>
                </a:cubicBezTo>
                <a:cubicBezTo>
                  <a:pt x="15499" y="5913"/>
                  <a:pt x="15727" y="6406"/>
                  <a:pt x="15935" y="6898"/>
                </a:cubicBezTo>
                <a:cubicBezTo>
                  <a:pt x="16732" y="8946"/>
                  <a:pt x="17111" y="11107"/>
                  <a:pt x="17452" y="13268"/>
                </a:cubicBezTo>
                <a:cubicBezTo>
                  <a:pt x="17623" y="14348"/>
                  <a:pt x="17793" y="15429"/>
                  <a:pt x="18002" y="16510"/>
                </a:cubicBezTo>
                <a:cubicBezTo>
                  <a:pt x="18096" y="17040"/>
                  <a:pt x="18229" y="17590"/>
                  <a:pt x="18362" y="18121"/>
                </a:cubicBezTo>
                <a:cubicBezTo>
                  <a:pt x="18476" y="18557"/>
                  <a:pt x="18627" y="19031"/>
                  <a:pt x="18968" y="19334"/>
                </a:cubicBezTo>
                <a:cubicBezTo>
                  <a:pt x="19197" y="19533"/>
                  <a:pt x="19456" y="19618"/>
                  <a:pt x="19715" y="19618"/>
                </a:cubicBezTo>
                <a:cubicBezTo>
                  <a:pt x="20273" y="19618"/>
                  <a:pt x="20833" y="19220"/>
                  <a:pt x="21092" y="18690"/>
                </a:cubicBezTo>
                <a:cubicBezTo>
                  <a:pt x="21300" y="18178"/>
                  <a:pt x="21338" y="17628"/>
                  <a:pt x="21205" y="17078"/>
                </a:cubicBezTo>
                <a:cubicBezTo>
                  <a:pt x="21111" y="16472"/>
                  <a:pt x="20902" y="15884"/>
                  <a:pt x="20731" y="15277"/>
                </a:cubicBezTo>
                <a:lnTo>
                  <a:pt x="18684" y="7903"/>
                </a:lnTo>
                <a:cubicBezTo>
                  <a:pt x="18514" y="7315"/>
                  <a:pt x="18362" y="6728"/>
                  <a:pt x="18191" y="6102"/>
                </a:cubicBezTo>
                <a:cubicBezTo>
                  <a:pt x="18162" y="6043"/>
                  <a:pt x="18106" y="6015"/>
                  <a:pt x="18051" y="6015"/>
                </a:cubicBezTo>
                <a:cubicBezTo>
                  <a:pt x="17966" y="6015"/>
                  <a:pt x="17884" y="6082"/>
                  <a:pt x="17907" y="6197"/>
                </a:cubicBezTo>
                <a:cubicBezTo>
                  <a:pt x="18589" y="8623"/>
                  <a:pt x="19253" y="11050"/>
                  <a:pt x="19935" y="13476"/>
                </a:cubicBezTo>
                <a:lnTo>
                  <a:pt x="20428" y="15315"/>
                </a:lnTo>
                <a:cubicBezTo>
                  <a:pt x="20599" y="15903"/>
                  <a:pt x="20788" y="16491"/>
                  <a:pt x="20902" y="17078"/>
                </a:cubicBezTo>
                <a:cubicBezTo>
                  <a:pt x="21016" y="17609"/>
                  <a:pt x="21035" y="18216"/>
                  <a:pt x="20750" y="18690"/>
                </a:cubicBezTo>
                <a:cubicBezTo>
                  <a:pt x="20542" y="19050"/>
                  <a:pt x="20144" y="19296"/>
                  <a:pt x="19727" y="19334"/>
                </a:cubicBezTo>
                <a:cubicBezTo>
                  <a:pt x="19253" y="19334"/>
                  <a:pt x="18950" y="18917"/>
                  <a:pt x="18798" y="18519"/>
                </a:cubicBezTo>
                <a:cubicBezTo>
                  <a:pt x="18627" y="18026"/>
                  <a:pt x="18495" y="17533"/>
                  <a:pt x="18400" y="17040"/>
                </a:cubicBezTo>
                <a:cubicBezTo>
                  <a:pt x="18172" y="15979"/>
                  <a:pt x="17983" y="14898"/>
                  <a:pt x="17812" y="13837"/>
                </a:cubicBezTo>
                <a:cubicBezTo>
                  <a:pt x="17452" y="11713"/>
                  <a:pt x="17130" y="9571"/>
                  <a:pt x="16428" y="7524"/>
                </a:cubicBezTo>
                <a:cubicBezTo>
                  <a:pt x="16239" y="7031"/>
                  <a:pt x="16049" y="6538"/>
                  <a:pt x="15822" y="6064"/>
                </a:cubicBezTo>
                <a:cubicBezTo>
                  <a:pt x="15632" y="5590"/>
                  <a:pt x="15386" y="5154"/>
                  <a:pt x="15082" y="4756"/>
                </a:cubicBezTo>
                <a:cubicBezTo>
                  <a:pt x="14841" y="4446"/>
                  <a:pt x="14506" y="4199"/>
                  <a:pt x="14120" y="4199"/>
                </a:cubicBezTo>
                <a:cubicBezTo>
                  <a:pt x="14081" y="4199"/>
                  <a:pt x="14042" y="4201"/>
                  <a:pt x="14002" y="4207"/>
                </a:cubicBezTo>
                <a:cubicBezTo>
                  <a:pt x="13661" y="4282"/>
                  <a:pt x="13395" y="4529"/>
                  <a:pt x="13281" y="4851"/>
                </a:cubicBezTo>
                <a:cubicBezTo>
                  <a:pt x="13149" y="5230"/>
                  <a:pt x="13092" y="5609"/>
                  <a:pt x="13130" y="6007"/>
                </a:cubicBezTo>
                <a:cubicBezTo>
                  <a:pt x="13187" y="6538"/>
                  <a:pt x="13281" y="7088"/>
                  <a:pt x="13395" y="7619"/>
                </a:cubicBezTo>
                <a:cubicBezTo>
                  <a:pt x="13623" y="8794"/>
                  <a:pt x="13907" y="9969"/>
                  <a:pt x="14267" y="11126"/>
                </a:cubicBezTo>
                <a:cubicBezTo>
                  <a:pt x="14608" y="12244"/>
                  <a:pt x="15044" y="13344"/>
                  <a:pt x="15442" y="14443"/>
                </a:cubicBezTo>
                <a:cubicBezTo>
                  <a:pt x="15879" y="15524"/>
                  <a:pt x="16182" y="16642"/>
                  <a:pt x="16333" y="17799"/>
                </a:cubicBezTo>
                <a:cubicBezTo>
                  <a:pt x="16409" y="18329"/>
                  <a:pt x="16390" y="18879"/>
                  <a:pt x="16296" y="19410"/>
                </a:cubicBezTo>
                <a:cubicBezTo>
                  <a:pt x="16277" y="19618"/>
                  <a:pt x="16144" y="19789"/>
                  <a:pt x="15973" y="19884"/>
                </a:cubicBezTo>
                <a:cubicBezTo>
                  <a:pt x="15943" y="19889"/>
                  <a:pt x="15912" y="19892"/>
                  <a:pt x="15882" y="19892"/>
                </a:cubicBezTo>
                <a:cubicBezTo>
                  <a:pt x="15710" y="19892"/>
                  <a:pt x="15558" y="19802"/>
                  <a:pt x="15461" y="19656"/>
                </a:cubicBezTo>
                <a:cubicBezTo>
                  <a:pt x="15329" y="19467"/>
                  <a:pt x="15215" y="19258"/>
                  <a:pt x="15139" y="19031"/>
                </a:cubicBezTo>
                <a:cubicBezTo>
                  <a:pt x="15025" y="18746"/>
                  <a:pt x="14912" y="18481"/>
                  <a:pt x="14817" y="18197"/>
                </a:cubicBezTo>
                <a:cubicBezTo>
                  <a:pt x="14608" y="17628"/>
                  <a:pt x="14419" y="17059"/>
                  <a:pt x="14248" y="16491"/>
                </a:cubicBezTo>
                <a:cubicBezTo>
                  <a:pt x="13888" y="15353"/>
                  <a:pt x="13566" y="14178"/>
                  <a:pt x="13300" y="13003"/>
                </a:cubicBezTo>
                <a:cubicBezTo>
                  <a:pt x="13073" y="12017"/>
                  <a:pt x="12921" y="11031"/>
                  <a:pt x="12694" y="10045"/>
                </a:cubicBezTo>
                <a:cubicBezTo>
                  <a:pt x="12334" y="8377"/>
                  <a:pt x="11822" y="6576"/>
                  <a:pt x="10590" y="5306"/>
                </a:cubicBezTo>
                <a:cubicBezTo>
                  <a:pt x="10305" y="5022"/>
                  <a:pt x="9983" y="4756"/>
                  <a:pt x="9623" y="4548"/>
                </a:cubicBezTo>
                <a:cubicBezTo>
                  <a:pt x="9603" y="4534"/>
                  <a:pt x="9580" y="4528"/>
                  <a:pt x="9558" y="4528"/>
                </a:cubicBezTo>
                <a:cubicBezTo>
                  <a:pt x="9517" y="4528"/>
                  <a:pt x="9477" y="4549"/>
                  <a:pt x="9452" y="4586"/>
                </a:cubicBezTo>
                <a:cubicBezTo>
                  <a:pt x="8978" y="5458"/>
                  <a:pt x="9016" y="6481"/>
                  <a:pt x="9168" y="7448"/>
                </a:cubicBezTo>
                <a:cubicBezTo>
                  <a:pt x="9338" y="8510"/>
                  <a:pt x="9604" y="9571"/>
                  <a:pt x="9869" y="10633"/>
                </a:cubicBezTo>
                <a:cubicBezTo>
                  <a:pt x="10438" y="12832"/>
                  <a:pt x="11101" y="14993"/>
                  <a:pt x="11879" y="17135"/>
                </a:cubicBezTo>
                <a:cubicBezTo>
                  <a:pt x="12182" y="18007"/>
                  <a:pt x="12618" y="19182"/>
                  <a:pt x="11784" y="19922"/>
                </a:cubicBezTo>
                <a:cubicBezTo>
                  <a:pt x="11612" y="20082"/>
                  <a:pt x="11386" y="20166"/>
                  <a:pt x="11158" y="20166"/>
                </a:cubicBezTo>
                <a:cubicBezTo>
                  <a:pt x="11008" y="20166"/>
                  <a:pt x="10858" y="20130"/>
                  <a:pt x="10722" y="20055"/>
                </a:cubicBezTo>
                <a:cubicBezTo>
                  <a:pt x="10400" y="19827"/>
                  <a:pt x="10172" y="19524"/>
                  <a:pt x="10021" y="19182"/>
                </a:cubicBezTo>
                <a:cubicBezTo>
                  <a:pt x="9831" y="18784"/>
                  <a:pt x="9699" y="18367"/>
                  <a:pt x="9585" y="17950"/>
                </a:cubicBezTo>
                <a:lnTo>
                  <a:pt x="9111" y="16244"/>
                </a:lnTo>
                <a:lnTo>
                  <a:pt x="8125" y="12832"/>
                </a:lnTo>
                <a:cubicBezTo>
                  <a:pt x="7822" y="11732"/>
                  <a:pt x="7519" y="10614"/>
                  <a:pt x="7177" y="9514"/>
                </a:cubicBezTo>
                <a:cubicBezTo>
                  <a:pt x="6950" y="8737"/>
                  <a:pt x="6665" y="7903"/>
                  <a:pt x="6059" y="7353"/>
                </a:cubicBezTo>
                <a:cubicBezTo>
                  <a:pt x="5907" y="7221"/>
                  <a:pt x="5737" y="7107"/>
                  <a:pt x="5547" y="7012"/>
                </a:cubicBezTo>
                <a:cubicBezTo>
                  <a:pt x="5534" y="7008"/>
                  <a:pt x="5519" y="7005"/>
                  <a:pt x="5505" y="7005"/>
                </a:cubicBezTo>
                <a:cubicBezTo>
                  <a:pt x="5457" y="7005"/>
                  <a:pt x="5410" y="7030"/>
                  <a:pt x="5395" y="7088"/>
                </a:cubicBezTo>
                <a:cubicBezTo>
                  <a:pt x="5054" y="9041"/>
                  <a:pt x="5661" y="10936"/>
                  <a:pt x="6305" y="12775"/>
                </a:cubicBezTo>
                <a:cubicBezTo>
                  <a:pt x="6628" y="13723"/>
                  <a:pt x="6988" y="14671"/>
                  <a:pt x="7253" y="15638"/>
                </a:cubicBezTo>
                <a:cubicBezTo>
                  <a:pt x="7386" y="16093"/>
                  <a:pt x="7481" y="16566"/>
                  <a:pt x="7537" y="17059"/>
                </a:cubicBezTo>
                <a:cubicBezTo>
                  <a:pt x="7556" y="17457"/>
                  <a:pt x="7481" y="17969"/>
                  <a:pt x="7064" y="18121"/>
                </a:cubicBezTo>
                <a:cubicBezTo>
                  <a:pt x="6994" y="18147"/>
                  <a:pt x="6924" y="18158"/>
                  <a:pt x="6855" y="18158"/>
                </a:cubicBezTo>
                <a:cubicBezTo>
                  <a:pt x="6568" y="18158"/>
                  <a:pt x="6295" y="17959"/>
                  <a:pt x="6097" y="17761"/>
                </a:cubicBezTo>
                <a:cubicBezTo>
                  <a:pt x="5774" y="17438"/>
                  <a:pt x="5547" y="17059"/>
                  <a:pt x="5376" y="16642"/>
                </a:cubicBezTo>
                <a:cubicBezTo>
                  <a:pt x="4959" y="15619"/>
                  <a:pt x="4561" y="14595"/>
                  <a:pt x="4182" y="13571"/>
                </a:cubicBezTo>
                <a:cubicBezTo>
                  <a:pt x="3405" y="11505"/>
                  <a:pt x="2703" y="9401"/>
                  <a:pt x="2059" y="7278"/>
                </a:cubicBezTo>
                <a:cubicBezTo>
                  <a:pt x="1414" y="5154"/>
                  <a:pt x="846" y="3012"/>
                  <a:pt x="334" y="851"/>
                </a:cubicBezTo>
                <a:cubicBezTo>
                  <a:pt x="277" y="586"/>
                  <a:pt x="220" y="320"/>
                  <a:pt x="163" y="55"/>
                </a:cubicBezTo>
                <a:cubicBezTo>
                  <a:pt x="156" y="17"/>
                  <a:pt x="126" y="0"/>
                  <a:pt x="95" y="0"/>
                </a:cubicBezTo>
                <a:close/>
              </a:path>
            </a:pathLst>
          </a:custGeom>
          <a:solidFill>
            <a:srgbClr val="1C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3"/>
          <p:cNvPicPr preferRelativeResize="0"/>
          <p:nvPr/>
        </p:nvPicPr>
        <p:blipFill>
          <a:blip r:embed="rId2">
            <a:alphaModFix amt="76000"/>
          </a:blip>
          <a:stretch>
            <a:fillRect/>
          </a:stretch>
        </p:blipFill>
        <p:spPr>
          <a:xfrm>
            <a:off x="345175" y="3258079"/>
            <a:ext cx="8158656" cy="30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3"/>
          <p:cNvPicPr preferRelativeResize="0"/>
          <p:nvPr/>
        </p:nvPicPr>
        <p:blipFill>
          <a:blip r:embed="rId3">
            <a:alphaModFix amt="47000"/>
          </a:blip>
          <a:stretch>
            <a:fillRect/>
          </a:stretch>
        </p:blipFill>
        <p:spPr>
          <a:xfrm>
            <a:off x="1630988" y="143888"/>
            <a:ext cx="5882026" cy="485572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3"/>
          <p:cNvSpPr/>
          <p:nvPr/>
        </p:nvSpPr>
        <p:spPr>
          <a:xfrm>
            <a:off x="4379243" y="-2465274"/>
            <a:ext cx="4624024" cy="7256966"/>
          </a:xfrm>
          <a:custGeom>
            <a:avLst/>
            <a:gdLst/>
            <a:ahLst/>
            <a:cxnLst/>
            <a:rect l="l" t="t" r="r" b="b"/>
            <a:pathLst>
              <a:path w="55812" h="94461" extrusionOk="0">
                <a:moveTo>
                  <a:pt x="36054" y="83719"/>
                </a:moveTo>
                <a:cubicBezTo>
                  <a:pt x="36059" y="85810"/>
                  <a:pt x="36230" y="87883"/>
                  <a:pt x="36585" y="89937"/>
                </a:cubicBezTo>
                <a:cubicBezTo>
                  <a:pt x="36680" y="90449"/>
                  <a:pt x="36775" y="90942"/>
                  <a:pt x="36888" y="91454"/>
                </a:cubicBezTo>
                <a:cubicBezTo>
                  <a:pt x="36926" y="91719"/>
                  <a:pt x="37002" y="91984"/>
                  <a:pt x="37059" y="92250"/>
                </a:cubicBezTo>
                <a:cubicBezTo>
                  <a:pt x="37097" y="92439"/>
                  <a:pt x="37305" y="92856"/>
                  <a:pt x="37211" y="93046"/>
                </a:cubicBezTo>
                <a:cubicBezTo>
                  <a:pt x="37154" y="93160"/>
                  <a:pt x="36831" y="93255"/>
                  <a:pt x="36718" y="93311"/>
                </a:cubicBezTo>
                <a:cubicBezTo>
                  <a:pt x="36509" y="93425"/>
                  <a:pt x="36282" y="93539"/>
                  <a:pt x="36035" y="93634"/>
                </a:cubicBezTo>
                <a:cubicBezTo>
                  <a:pt x="35599" y="93804"/>
                  <a:pt x="35144" y="93937"/>
                  <a:pt x="34689" y="93994"/>
                </a:cubicBezTo>
                <a:cubicBezTo>
                  <a:pt x="34597" y="94004"/>
                  <a:pt x="34505" y="94009"/>
                  <a:pt x="34414" y="94009"/>
                </a:cubicBezTo>
                <a:cubicBezTo>
                  <a:pt x="33623" y="94009"/>
                  <a:pt x="32889" y="93638"/>
                  <a:pt x="32566" y="92856"/>
                </a:cubicBezTo>
                <a:cubicBezTo>
                  <a:pt x="32244" y="92041"/>
                  <a:pt x="32471" y="91093"/>
                  <a:pt x="32756" y="90297"/>
                </a:cubicBezTo>
                <a:cubicBezTo>
                  <a:pt x="33362" y="88572"/>
                  <a:pt x="34234" y="86923"/>
                  <a:pt x="35125" y="85331"/>
                </a:cubicBezTo>
                <a:cubicBezTo>
                  <a:pt x="35426" y="84788"/>
                  <a:pt x="35736" y="84251"/>
                  <a:pt x="36054" y="83719"/>
                </a:cubicBezTo>
                <a:close/>
                <a:moveTo>
                  <a:pt x="43850" y="72899"/>
                </a:moveTo>
                <a:cubicBezTo>
                  <a:pt x="43926" y="74041"/>
                  <a:pt x="43988" y="75183"/>
                  <a:pt x="44035" y="76326"/>
                </a:cubicBezTo>
                <a:cubicBezTo>
                  <a:pt x="44111" y="78487"/>
                  <a:pt x="44149" y="80629"/>
                  <a:pt x="44130" y="82790"/>
                </a:cubicBezTo>
                <a:cubicBezTo>
                  <a:pt x="44111" y="83871"/>
                  <a:pt x="44092" y="84970"/>
                  <a:pt x="44054" y="86051"/>
                </a:cubicBezTo>
                <a:cubicBezTo>
                  <a:pt x="44016" y="87037"/>
                  <a:pt x="44092" y="88117"/>
                  <a:pt x="43864" y="89065"/>
                </a:cubicBezTo>
                <a:cubicBezTo>
                  <a:pt x="43789" y="89463"/>
                  <a:pt x="43599" y="89823"/>
                  <a:pt x="43334" y="90127"/>
                </a:cubicBezTo>
                <a:cubicBezTo>
                  <a:pt x="43194" y="90249"/>
                  <a:pt x="43052" y="90301"/>
                  <a:pt x="42914" y="90301"/>
                </a:cubicBezTo>
                <a:cubicBezTo>
                  <a:pt x="42585" y="90301"/>
                  <a:pt x="42287" y="90001"/>
                  <a:pt x="42139" y="89653"/>
                </a:cubicBezTo>
                <a:cubicBezTo>
                  <a:pt x="41874" y="88970"/>
                  <a:pt x="41760" y="88193"/>
                  <a:pt x="41609" y="87473"/>
                </a:cubicBezTo>
                <a:cubicBezTo>
                  <a:pt x="41324" y="86165"/>
                  <a:pt x="41021" y="84724"/>
                  <a:pt x="40149" y="83643"/>
                </a:cubicBezTo>
                <a:cubicBezTo>
                  <a:pt x="39770" y="83169"/>
                  <a:pt x="39277" y="82809"/>
                  <a:pt x="38708" y="82582"/>
                </a:cubicBezTo>
                <a:cubicBezTo>
                  <a:pt x="38695" y="82577"/>
                  <a:pt x="38683" y="82574"/>
                  <a:pt x="38671" y="82574"/>
                </a:cubicBezTo>
                <a:cubicBezTo>
                  <a:pt x="38594" y="82574"/>
                  <a:pt x="38540" y="82668"/>
                  <a:pt x="38557" y="82733"/>
                </a:cubicBezTo>
                <a:cubicBezTo>
                  <a:pt x="38917" y="84667"/>
                  <a:pt x="39277" y="86601"/>
                  <a:pt x="39618" y="88534"/>
                </a:cubicBezTo>
                <a:lnTo>
                  <a:pt x="40149" y="91397"/>
                </a:lnTo>
                <a:cubicBezTo>
                  <a:pt x="40263" y="92136"/>
                  <a:pt x="40452" y="92875"/>
                  <a:pt x="40187" y="93596"/>
                </a:cubicBezTo>
                <a:cubicBezTo>
                  <a:pt x="40092" y="93861"/>
                  <a:pt x="39921" y="94183"/>
                  <a:pt x="39618" y="94240"/>
                </a:cubicBezTo>
                <a:cubicBezTo>
                  <a:pt x="39604" y="94243"/>
                  <a:pt x="39590" y="94244"/>
                  <a:pt x="39576" y="94244"/>
                </a:cubicBezTo>
                <a:cubicBezTo>
                  <a:pt x="39294" y="94244"/>
                  <a:pt x="39081" y="93717"/>
                  <a:pt x="38955" y="93482"/>
                </a:cubicBezTo>
                <a:cubicBezTo>
                  <a:pt x="38670" y="92856"/>
                  <a:pt x="38462" y="92193"/>
                  <a:pt x="38348" y="91511"/>
                </a:cubicBezTo>
                <a:cubicBezTo>
                  <a:pt x="38083" y="90146"/>
                  <a:pt x="38045" y="88762"/>
                  <a:pt x="37855" y="87397"/>
                </a:cubicBezTo>
                <a:cubicBezTo>
                  <a:pt x="37647" y="85994"/>
                  <a:pt x="37230" y="84610"/>
                  <a:pt x="36244" y="83549"/>
                </a:cubicBezTo>
                <a:cubicBezTo>
                  <a:pt x="36227" y="83526"/>
                  <a:pt x="36203" y="83515"/>
                  <a:pt x="36178" y="83514"/>
                </a:cubicBezTo>
                <a:lnTo>
                  <a:pt x="36178" y="83514"/>
                </a:lnTo>
                <a:cubicBezTo>
                  <a:pt x="38436" y="79777"/>
                  <a:pt x="41102" y="76305"/>
                  <a:pt x="43850" y="72899"/>
                </a:cubicBezTo>
                <a:close/>
                <a:moveTo>
                  <a:pt x="124" y="0"/>
                </a:moveTo>
                <a:cubicBezTo>
                  <a:pt x="60" y="0"/>
                  <a:pt x="1" y="49"/>
                  <a:pt x="36" y="119"/>
                </a:cubicBezTo>
                <a:lnTo>
                  <a:pt x="17" y="119"/>
                </a:lnTo>
                <a:cubicBezTo>
                  <a:pt x="2955" y="8498"/>
                  <a:pt x="5989" y="16839"/>
                  <a:pt x="9135" y="25123"/>
                </a:cubicBezTo>
                <a:cubicBezTo>
                  <a:pt x="9894" y="27152"/>
                  <a:pt x="10671" y="29180"/>
                  <a:pt x="11467" y="31208"/>
                </a:cubicBezTo>
                <a:cubicBezTo>
                  <a:pt x="12168" y="33028"/>
                  <a:pt x="12794" y="34905"/>
                  <a:pt x="13647" y="36649"/>
                </a:cubicBezTo>
                <a:cubicBezTo>
                  <a:pt x="14292" y="37976"/>
                  <a:pt x="15221" y="39246"/>
                  <a:pt x="16623" y="39796"/>
                </a:cubicBezTo>
                <a:cubicBezTo>
                  <a:pt x="17283" y="40054"/>
                  <a:pt x="17979" y="40142"/>
                  <a:pt x="18690" y="40142"/>
                </a:cubicBezTo>
                <a:cubicBezTo>
                  <a:pt x="19959" y="40142"/>
                  <a:pt x="21272" y="39862"/>
                  <a:pt x="22500" y="39777"/>
                </a:cubicBezTo>
                <a:cubicBezTo>
                  <a:pt x="23246" y="39726"/>
                  <a:pt x="23995" y="39701"/>
                  <a:pt x="24747" y="39701"/>
                </a:cubicBezTo>
                <a:cubicBezTo>
                  <a:pt x="26249" y="39701"/>
                  <a:pt x="27757" y="39802"/>
                  <a:pt x="29249" y="40004"/>
                </a:cubicBezTo>
                <a:cubicBezTo>
                  <a:pt x="31106" y="40270"/>
                  <a:pt x="33021" y="40668"/>
                  <a:pt x="34727" y="41502"/>
                </a:cubicBezTo>
                <a:cubicBezTo>
                  <a:pt x="36433" y="42317"/>
                  <a:pt x="37836" y="43682"/>
                  <a:pt x="38708" y="45350"/>
                </a:cubicBezTo>
                <a:cubicBezTo>
                  <a:pt x="39580" y="46981"/>
                  <a:pt x="40054" y="48782"/>
                  <a:pt x="40471" y="50545"/>
                </a:cubicBezTo>
                <a:cubicBezTo>
                  <a:pt x="42179" y="57664"/>
                  <a:pt x="43282" y="64918"/>
                  <a:pt x="43803" y="72216"/>
                </a:cubicBezTo>
                <a:lnTo>
                  <a:pt x="43803" y="72216"/>
                </a:lnTo>
                <a:cubicBezTo>
                  <a:pt x="43494" y="72599"/>
                  <a:pt x="43186" y="72983"/>
                  <a:pt x="42879" y="73369"/>
                </a:cubicBezTo>
                <a:cubicBezTo>
                  <a:pt x="40831" y="75966"/>
                  <a:pt x="38822" y="78601"/>
                  <a:pt x="37021" y="81387"/>
                </a:cubicBezTo>
                <a:cubicBezTo>
                  <a:pt x="35277" y="84098"/>
                  <a:pt x="33571" y="87018"/>
                  <a:pt x="32471" y="90070"/>
                </a:cubicBezTo>
                <a:cubicBezTo>
                  <a:pt x="31997" y="91359"/>
                  <a:pt x="31770" y="93198"/>
                  <a:pt x="33154" y="94013"/>
                </a:cubicBezTo>
                <a:cubicBezTo>
                  <a:pt x="33534" y="94235"/>
                  <a:pt x="33946" y="94326"/>
                  <a:pt x="34367" y="94326"/>
                </a:cubicBezTo>
                <a:cubicBezTo>
                  <a:pt x="35456" y="94326"/>
                  <a:pt x="36609" y="93717"/>
                  <a:pt x="37457" y="93198"/>
                </a:cubicBezTo>
                <a:cubicBezTo>
                  <a:pt x="37514" y="93160"/>
                  <a:pt x="37533" y="93103"/>
                  <a:pt x="37514" y="93046"/>
                </a:cubicBezTo>
                <a:cubicBezTo>
                  <a:pt x="36725" y="90076"/>
                  <a:pt x="36309" y="87016"/>
                  <a:pt x="36300" y="83937"/>
                </a:cubicBezTo>
                <a:lnTo>
                  <a:pt x="36300" y="83937"/>
                </a:lnTo>
                <a:cubicBezTo>
                  <a:pt x="38208" y="86250"/>
                  <a:pt x="37579" y="89653"/>
                  <a:pt x="38348" y="92383"/>
                </a:cubicBezTo>
                <a:cubicBezTo>
                  <a:pt x="38500" y="93065"/>
                  <a:pt x="38803" y="93710"/>
                  <a:pt x="39201" y="94297"/>
                </a:cubicBezTo>
                <a:cubicBezTo>
                  <a:pt x="39289" y="94413"/>
                  <a:pt x="39407" y="94460"/>
                  <a:pt x="39532" y="94460"/>
                </a:cubicBezTo>
                <a:cubicBezTo>
                  <a:pt x="39756" y="94460"/>
                  <a:pt x="40003" y="94309"/>
                  <a:pt x="40149" y="94127"/>
                </a:cubicBezTo>
                <a:cubicBezTo>
                  <a:pt x="40490" y="93728"/>
                  <a:pt x="40566" y="93103"/>
                  <a:pt x="40547" y="92591"/>
                </a:cubicBezTo>
                <a:cubicBezTo>
                  <a:pt x="40509" y="91681"/>
                  <a:pt x="40244" y="90752"/>
                  <a:pt x="40092" y="89861"/>
                </a:cubicBezTo>
                <a:cubicBezTo>
                  <a:pt x="39670" y="87551"/>
                  <a:pt x="39266" y="85241"/>
                  <a:pt x="38846" y="82914"/>
                </a:cubicBezTo>
                <a:lnTo>
                  <a:pt x="38846" y="82914"/>
                </a:lnTo>
                <a:cubicBezTo>
                  <a:pt x="40217" y="83575"/>
                  <a:pt x="40753" y="85091"/>
                  <a:pt x="41116" y="86487"/>
                </a:cubicBezTo>
                <a:cubicBezTo>
                  <a:pt x="41305" y="87245"/>
                  <a:pt x="41438" y="88022"/>
                  <a:pt x="41628" y="88781"/>
                </a:cubicBezTo>
                <a:cubicBezTo>
                  <a:pt x="41760" y="89349"/>
                  <a:pt x="41874" y="90146"/>
                  <a:pt x="42443" y="90468"/>
                </a:cubicBezTo>
                <a:cubicBezTo>
                  <a:pt x="42589" y="90550"/>
                  <a:pt x="42735" y="90587"/>
                  <a:pt x="42876" y="90587"/>
                </a:cubicBezTo>
                <a:cubicBezTo>
                  <a:pt x="43193" y="90587"/>
                  <a:pt x="43484" y="90402"/>
                  <a:pt x="43694" y="90127"/>
                </a:cubicBezTo>
                <a:cubicBezTo>
                  <a:pt x="44168" y="89539"/>
                  <a:pt x="44225" y="88781"/>
                  <a:pt x="44263" y="88060"/>
                </a:cubicBezTo>
                <a:cubicBezTo>
                  <a:pt x="44376" y="85842"/>
                  <a:pt x="44433" y="83624"/>
                  <a:pt x="44433" y="81425"/>
                </a:cubicBezTo>
                <a:cubicBezTo>
                  <a:pt x="44433" y="78462"/>
                  <a:pt x="44333" y="75502"/>
                  <a:pt x="44134" y="72549"/>
                </a:cubicBezTo>
                <a:lnTo>
                  <a:pt x="44134" y="72549"/>
                </a:lnTo>
                <a:cubicBezTo>
                  <a:pt x="45525" y="70831"/>
                  <a:pt x="46934" y="69129"/>
                  <a:pt x="48319" y="67416"/>
                </a:cubicBezTo>
                <a:cubicBezTo>
                  <a:pt x="50916" y="64213"/>
                  <a:pt x="53457" y="60952"/>
                  <a:pt x="55694" y="57464"/>
                </a:cubicBezTo>
                <a:cubicBezTo>
                  <a:pt x="55812" y="57293"/>
                  <a:pt x="55657" y="57122"/>
                  <a:pt x="55493" y="57122"/>
                </a:cubicBezTo>
                <a:cubicBezTo>
                  <a:pt x="55421" y="57122"/>
                  <a:pt x="55348" y="57155"/>
                  <a:pt x="55295" y="57236"/>
                </a:cubicBezTo>
                <a:cubicBezTo>
                  <a:pt x="51966" y="62402"/>
                  <a:pt x="47953" y="67087"/>
                  <a:pt x="44086" y="71866"/>
                </a:cubicBezTo>
                <a:lnTo>
                  <a:pt x="44086" y="71866"/>
                </a:lnTo>
                <a:cubicBezTo>
                  <a:pt x="43682" y="66321"/>
                  <a:pt x="42926" y="60806"/>
                  <a:pt x="41817" y="55360"/>
                </a:cubicBezTo>
                <a:cubicBezTo>
                  <a:pt x="41400" y="53255"/>
                  <a:pt x="40945" y="51132"/>
                  <a:pt x="40376" y="49066"/>
                </a:cubicBezTo>
                <a:cubicBezTo>
                  <a:pt x="39921" y="47379"/>
                  <a:pt x="39315" y="45673"/>
                  <a:pt x="38310" y="44213"/>
                </a:cubicBezTo>
                <a:cubicBezTo>
                  <a:pt x="36130" y="41104"/>
                  <a:pt x="32301" y="40175"/>
                  <a:pt x="28737" y="39739"/>
                </a:cubicBezTo>
                <a:cubicBezTo>
                  <a:pt x="27406" y="39567"/>
                  <a:pt x="26076" y="39485"/>
                  <a:pt x="24745" y="39485"/>
                </a:cubicBezTo>
                <a:cubicBezTo>
                  <a:pt x="23877" y="39485"/>
                  <a:pt x="23008" y="39520"/>
                  <a:pt x="22140" y="39587"/>
                </a:cubicBezTo>
                <a:cubicBezTo>
                  <a:pt x="21041" y="39680"/>
                  <a:pt x="19854" y="39911"/>
                  <a:pt x="18707" y="39911"/>
                </a:cubicBezTo>
                <a:cubicBezTo>
                  <a:pt x="17736" y="39911"/>
                  <a:pt x="16794" y="39745"/>
                  <a:pt x="15960" y="39189"/>
                </a:cubicBezTo>
                <a:cubicBezTo>
                  <a:pt x="14519" y="38204"/>
                  <a:pt x="13780" y="36479"/>
                  <a:pt x="13173" y="34924"/>
                </a:cubicBezTo>
                <a:cubicBezTo>
                  <a:pt x="12339" y="32820"/>
                  <a:pt x="11543" y="30735"/>
                  <a:pt x="10728" y="28630"/>
                </a:cubicBezTo>
                <a:cubicBezTo>
                  <a:pt x="7505" y="20194"/>
                  <a:pt x="4377" y="11721"/>
                  <a:pt x="1344" y="3228"/>
                </a:cubicBezTo>
                <a:cubicBezTo>
                  <a:pt x="965" y="2166"/>
                  <a:pt x="586" y="1124"/>
                  <a:pt x="226" y="62"/>
                </a:cubicBezTo>
                <a:cubicBezTo>
                  <a:pt x="204" y="19"/>
                  <a:pt x="163" y="0"/>
                  <a:pt x="124" y="0"/>
                </a:cubicBezTo>
                <a:close/>
              </a:path>
            </a:pathLst>
          </a:custGeom>
          <a:solidFill>
            <a:srgbClr val="1C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93" name="Google Shape;93;p3"/>
          <p:cNvGrpSpPr/>
          <p:nvPr/>
        </p:nvGrpSpPr>
        <p:grpSpPr>
          <a:xfrm rot="-2700000">
            <a:off x="473130" y="2695837"/>
            <a:ext cx="1344349" cy="2469678"/>
            <a:chOff x="272875" y="1419395"/>
            <a:chExt cx="255950" cy="563168"/>
          </a:xfrm>
        </p:grpSpPr>
        <p:sp>
          <p:nvSpPr>
            <p:cNvPr id="94" name="Google Shape;94;p3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369050" y="1615955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490635" y="1582215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438343" y="1487068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360075" y="195388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394558" y="1560904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418850" y="1419395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9" name="Google Shape;129;p3"/>
          <p:cNvGrpSpPr/>
          <p:nvPr/>
        </p:nvGrpSpPr>
        <p:grpSpPr>
          <a:xfrm rot="-2700000">
            <a:off x="8026513" y="-183341"/>
            <a:ext cx="1344349" cy="1995327"/>
            <a:chOff x="272875" y="1527563"/>
            <a:chExt cx="255950" cy="455000"/>
          </a:xfrm>
        </p:grpSpPr>
        <p:sp>
          <p:nvSpPr>
            <p:cNvPr id="130" name="Google Shape;130;p3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65" name="Google Shape;165;p3"/>
          <p:cNvSpPr txBox="1">
            <a:spLocks noGrp="1"/>
          </p:cNvSpPr>
          <p:nvPr>
            <p:ph type="subTitle" idx="1"/>
          </p:nvPr>
        </p:nvSpPr>
        <p:spPr>
          <a:xfrm>
            <a:off x="2646000" y="3114137"/>
            <a:ext cx="3852000" cy="86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"/>
          <p:cNvSpPr txBox="1">
            <a:spLocks noGrp="1"/>
          </p:cNvSpPr>
          <p:nvPr>
            <p:ph type="ctrTitle"/>
          </p:nvPr>
        </p:nvSpPr>
        <p:spPr>
          <a:xfrm>
            <a:off x="2646000" y="2594236"/>
            <a:ext cx="3852000" cy="7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1C4587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800"/>
              <a:buNone/>
              <a:defRPr sz="800">
                <a:solidFill>
                  <a:srgbClr val="3C78D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800"/>
              <a:buNone/>
              <a:defRPr sz="800">
                <a:solidFill>
                  <a:srgbClr val="3C78D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800"/>
              <a:buNone/>
              <a:defRPr sz="800">
                <a:solidFill>
                  <a:srgbClr val="3C78D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800"/>
              <a:buNone/>
              <a:defRPr sz="800">
                <a:solidFill>
                  <a:srgbClr val="3C78D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800"/>
              <a:buNone/>
              <a:defRPr sz="800">
                <a:solidFill>
                  <a:srgbClr val="3C78D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800"/>
              <a:buNone/>
              <a:defRPr sz="800">
                <a:solidFill>
                  <a:srgbClr val="3C78D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800"/>
              <a:buNone/>
              <a:defRPr sz="800">
                <a:solidFill>
                  <a:srgbClr val="3C78D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800"/>
              <a:buNone/>
              <a:defRPr sz="800">
                <a:solidFill>
                  <a:srgbClr val="3C78D8"/>
                </a:solidFill>
              </a:defRPr>
            </a:lvl9pPr>
          </a:lstStyle>
          <a:p/>
        </p:txBody>
      </p:sp>
      <p:sp>
        <p:nvSpPr>
          <p:cNvPr id="167" name="Google Shape;167;p3"/>
          <p:cNvSpPr txBox="1">
            <a:spLocks noGrp="1"/>
          </p:cNvSpPr>
          <p:nvPr>
            <p:ph type="title" idx="2" hasCustomPrompt="1"/>
          </p:nvPr>
        </p:nvSpPr>
        <p:spPr>
          <a:xfrm>
            <a:off x="2646000" y="894175"/>
            <a:ext cx="3852000" cy="2031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15000">
                <a:solidFill>
                  <a:srgbClr val="1C4587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48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"/>
          <p:cNvSpPr txBox="1">
            <a:spLocks noGrp="1"/>
          </p:cNvSpPr>
          <p:nvPr>
            <p:ph type="body" idx="1"/>
          </p:nvPr>
        </p:nvSpPr>
        <p:spPr>
          <a:xfrm>
            <a:off x="720000" y="1055850"/>
            <a:ext cx="7704000" cy="35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pic>
        <p:nvPicPr>
          <p:cNvPr id="170" name="Google Shape;170;p4"/>
          <p:cNvPicPr preferRelativeResize="0"/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 rot="1326165" flipH="1">
            <a:off x="7658780" y="-1091242"/>
            <a:ext cx="3297389" cy="2276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4"/>
          <p:cNvPicPr preferRelativeResize="0"/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5400000" flipH="1">
            <a:off x="7116014" y="-515250"/>
            <a:ext cx="2894875" cy="2593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4"/>
          <p:cNvPicPr preferRelativeResize="0"/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 rot="5547182" flipH="1">
            <a:off x="-1959645" y="2413033"/>
            <a:ext cx="3297391" cy="2276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4"/>
          <p:cNvPicPr preferRelativeResize="0"/>
          <p:nvPr/>
        </p:nvPicPr>
        <p:blipFill>
          <a:blip r:embed="rId4">
            <a:alphaModFix amt="82000"/>
          </a:blip>
          <a:stretch>
            <a:fillRect/>
          </a:stretch>
        </p:blipFill>
        <p:spPr>
          <a:xfrm rot="7617396">
            <a:off x="7156577" y="3425249"/>
            <a:ext cx="3632874" cy="2999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4" name="Google Shape;174;p4"/>
          <p:cNvGrpSpPr/>
          <p:nvPr/>
        </p:nvGrpSpPr>
        <p:grpSpPr>
          <a:xfrm>
            <a:off x="-624370" y="1649584"/>
            <a:ext cx="1344377" cy="1995312"/>
            <a:chOff x="272875" y="1527563"/>
            <a:chExt cx="255950" cy="455000"/>
          </a:xfrm>
        </p:grpSpPr>
        <p:sp>
          <p:nvSpPr>
            <p:cNvPr id="175" name="Google Shape;175;p4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" name="Google Shape;176;p4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" name="Google Shape;177;p4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" name="Google Shape;178;p4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" name="Google Shape;179;p4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" name="Google Shape;180;p4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" name="Google Shape;181;p4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" name="Google Shape;182;p4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" name="Google Shape;183;p4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" name="Google Shape;184;p4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" name="Google Shape;185;p4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" name="Google Shape;186;p4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" name="Google Shape;187;p4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" name="Google Shape;188;p4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" name="Google Shape;189;p4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" name="Google Shape;190;p4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" name="Google Shape;191;p4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" name="Google Shape;192;p4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" name="Google Shape;193;p4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" name="Google Shape;194;p4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" name="Google Shape;195;p4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" name="Google Shape;196;p4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" name="Google Shape;197;p4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" name="Google Shape;198;p4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" name="Google Shape;199;p4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" name="Google Shape;200;p4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" name="Google Shape;201;p4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" name="Google Shape;202;p4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" name="Google Shape;203;p4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" name="Google Shape;204;p4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" name="Google Shape;205;p4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" name="Google Shape;206;p4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" name="Google Shape;207;p4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" name="Google Shape;208;p4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" name="Google Shape;209;p4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10" name="Google Shape;210;p4"/>
          <p:cNvSpPr/>
          <p:nvPr/>
        </p:nvSpPr>
        <p:spPr>
          <a:xfrm rot="2491995">
            <a:off x="8061861" y="3895420"/>
            <a:ext cx="2265111" cy="2165862"/>
          </a:xfrm>
          <a:custGeom>
            <a:avLst/>
            <a:gdLst/>
            <a:ahLst/>
            <a:cxnLst/>
            <a:rect l="l" t="t" r="r" b="b"/>
            <a:pathLst>
              <a:path w="21339" h="20404" extrusionOk="0">
                <a:moveTo>
                  <a:pt x="95" y="0"/>
                </a:moveTo>
                <a:cubicBezTo>
                  <a:pt x="50" y="0"/>
                  <a:pt x="0" y="36"/>
                  <a:pt x="12" y="93"/>
                </a:cubicBezTo>
                <a:cubicBezTo>
                  <a:pt x="485" y="2330"/>
                  <a:pt x="1054" y="4567"/>
                  <a:pt x="1680" y="6766"/>
                </a:cubicBezTo>
                <a:cubicBezTo>
                  <a:pt x="2324" y="8965"/>
                  <a:pt x="3045" y="11126"/>
                  <a:pt x="3822" y="13249"/>
                </a:cubicBezTo>
                <a:cubicBezTo>
                  <a:pt x="4220" y="14330"/>
                  <a:pt x="4618" y="15391"/>
                  <a:pt x="5054" y="16453"/>
                </a:cubicBezTo>
                <a:cubicBezTo>
                  <a:pt x="5225" y="16889"/>
                  <a:pt x="5433" y="17287"/>
                  <a:pt x="5699" y="17666"/>
                </a:cubicBezTo>
                <a:cubicBezTo>
                  <a:pt x="5926" y="17988"/>
                  <a:pt x="6267" y="18216"/>
                  <a:pt x="6646" y="18348"/>
                </a:cubicBezTo>
                <a:cubicBezTo>
                  <a:pt x="6705" y="18361"/>
                  <a:pt x="6764" y="18368"/>
                  <a:pt x="6823" y="18368"/>
                </a:cubicBezTo>
                <a:cubicBezTo>
                  <a:pt x="7107" y="18368"/>
                  <a:pt x="7384" y="18221"/>
                  <a:pt x="7556" y="17969"/>
                </a:cubicBezTo>
                <a:cubicBezTo>
                  <a:pt x="7746" y="17609"/>
                  <a:pt x="7784" y="17173"/>
                  <a:pt x="7708" y="16775"/>
                </a:cubicBezTo>
                <a:cubicBezTo>
                  <a:pt x="7519" y="15770"/>
                  <a:pt x="7253" y="14784"/>
                  <a:pt x="6893" y="13837"/>
                </a:cubicBezTo>
                <a:cubicBezTo>
                  <a:pt x="6248" y="11941"/>
                  <a:pt x="5414" y="9969"/>
                  <a:pt x="5528" y="7922"/>
                </a:cubicBezTo>
                <a:cubicBezTo>
                  <a:pt x="5543" y="7707"/>
                  <a:pt x="5559" y="7504"/>
                  <a:pt x="5594" y="7294"/>
                </a:cubicBezTo>
                <a:lnTo>
                  <a:pt x="5594" y="7294"/>
                </a:lnTo>
                <a:cubicBezTo>
                  <a:pt x="6312" y="7702"/>
                  <a:pt x="6661" y="8502"/>
                  <a:pt x="6893" y="9268"/>
                </a:cubicBezTo>
                <a:cubicBezTo>
                  <a:pt x="7234" y="10349"/>
                  <a:pt x="7519" y="11467"/>
                  <a:pt x="7822" y="12567"/>
                </a:cubicBezTo>
                <a:lnTo>
                  <a:pt x="8789" y="16036"/>
                </a:lnTo>
                <a:cubicBezTo>
                  <a:pt x="8940" y="16604"/>
                  <a:pt x="9111" y="17173"/>
                  <a:pt x="9263" y="17742"/>
                </a:cubicBezTo>
                <a:cubicBezTo>
                  <a:pt x="9376" y="18216"/>
                  <a:pt x="9509" y="18652"/>
                  <a:pt x="9699" y="19107"/>
                </a:cubicBezTo>
                <a:cubicBezTo>
                  <a:pt x="9966" y="19713"/>
                  <a:pt x="10452" y="20404"/>
                  <a:pt x="11172" y="20404"/>
                </a:cubicBezTo>
                <a:cubicBezTo>
                  <a:pt x="11217" y="20404"/>
                  <a:pt x="11263" y="20401"/>
                  <a:pt x="11310" y="20396"/>
                </a:cubicBezTo>
                <a:cubicBezTo>
                  <a:pt x="11708" y="20339"/>
                  <a:pt x="12068" y="20092"/>
                  <a:pt x="12258" y="19732"/>
                </a:cubicBezTo>
                <a:cubicBezTo>
                  <a:pt x="12485" y="19334"/>
                  <a:pt x="12580" y="18860"/>
                  <a:pt x="12504" y="18405"/>
                </a:cubicBezTo>
                <a:cubicBezTo>
                  <a:pt x="12390" y="17855"/>
                  <a:pt x="12239" y="17306"/>
                  <a:pt x="12030" y="16794"/>
                </a:cubicBezTo>
                <a:cubicBezTo>
                  <a:pt x="11841" y="16263"/>
                  <a:pt x="11651" y="15713"/>
                  <a:pt x="11462" y="15183"/>
                </a:cubicBezTo>
                <a:cubicBezTo>
                  <a:pt x="11101" y="14083"/>
                  <a:pt x="10779" y="12965"/>
                  <a:pt x="10457" y="11865"/>
                </a:cubicBezTo>
                <a:cubicBezTo>
                  <a:pt x="10154" y="10766"/>
                  <a:pt x="9869" y="9628"/>
                  <a:pt x="9623" y="8491"/>
                </a:cubicBezTo>
                <a:cubicBezTo>
                  <a:pt x="9414" y="7486"/>
                  <a:pt x="9168" y="6424"/>
                  <a:pt x="9414" y="5420"/>
                </a:cubicBezTo>
                <a:cubicBezTo>
                  <a:pt x="9462" y="5197"/>
                  <a:pt x="9536" y="5002"/>
                  <a:pt x="9626" y="4810"/>
                </a:cubicBezTo>
                <a:lnTo>
                  <a:pt x="9626" y="4810"/>
                </a:lnTo>
                <a:cubicBezTo>
                  <a:pt x="11118" y="5773"/>
                  <a:pt x="11814" y="7472"/>
                  <a:pt x="12239" y="9135"/>
                </a:cubicBezTo>
                <a:cubicBezTo>
                  <a:pt x="12485" y="10026"/>
                  <a:pt x="12637" y="10936"/>
                  <a:pt x="12807" y="11846"/>
                </a:cubicBezTo>
                <a:cubicBezTo>
                  <a:pt x="13035" y="13040"/>
                  <a:pt x="13300" y="14216"/>
                  <a:pt x="13623" y="15391"/>
                </a:cubicBezTo>
                <a:cubicBezTo>
                  <a:pt x="13945" y="16547"/>
                  <a:pt x="14324" y="17723"/>
                  <a:pt x="14741" y="18879"/>
                </a:cubicBezTo>
                <a:cubicBezTo>
                  <a:pt x="14912" y="19315"/>
                  <a:pt x="15063" y="19827"/>
                  <a:pt x="15480" y="20092"/>
                </a:cubicBezTo>
                <a:cubicBezTo>
                  <a:pt x="15595" y="20165"/>
                  <a:pt x="15723" y="20199"/>
                  <a:pt x="15849" y="20199"/>
                </a:cubicBezTo>
                <a:cubicBezTo>
                  <a:pt x="16119" y="20199"/>
                  <a:pt x="16382" y="20042"/>
                  <a:pt x="16485" y="19770"/>
                </a:cubicBezTo>
                <a:cubicBezTo>
                  <a:pt x="16694" y="19334"/>
                  <a:pt x="16675" y="18765"/>
                  <a:pt x="16656" y="18292"/>
                </a:cubicBezTo>
                <a:cubicBezTo>
                  <a:pt x="16637" y="17723"/>
                  <a:pt x="16542" y="17154"/>
                  <a:pt x="16428" y="16585"/>
                </a:cubicBezTo>
                <a:cubicBezTo>
                  <a:pt x="16125" y="15467"/>
                  <a:pt x="15746" y="14348"/>
                  <a:pt x="15291" y="13268"/>
                </a:cubicBezTo>
                <a:cubicBezTo>
                  <a:pt x="14419" y="10993"/>
                  <a:pt x="13793" y="8623"/>
                  <a:pt x="13433" y="6216"/>
                </a:cubicBezTo>
                <a:cubicBezTo>
                  <a:pt x="13360" y="5689"/>
                  <a:pt x="13392" y="4465"/>
                  <a:pt x="14163" y="4465"/>
                </a:cubicBezTo>
                <a:cubicBezTo>
                  <a:pt x="14197" y="4465"/>
                  <a:pt x="14231" y="4467"/>
                  <a:pt x="14267" y="4472"/>
                </a:cubicBezTo>
                <a:cubicBezTo>
                  <a:pt x="14741" y="4548"/>
                  <a:pt x="15025" y="5060"/>
                  <a:pt x="15234" y="5439"/>
                </a:cubicBezTo>
                <a:cubicBezTo>
                  <a:pt x="15499" y="5913"/>
                  <a:pt x="15727" y="6406"/>
                  <a:pt x="15935" y="6898"/>
                </a:cubicBezTo>
                <a:cubicBezTo>
                  <a:pt x="16732" y="8946"/>
                  <a:pt x="17111" y="11107"/>
                  <a:pt x="17452" y="13268"/>
                </a:cubicBezTo>
                <a:cubicBezTo>
                  <a:pt x="17623" y="14348"/>
                  <a:pt x="17793" y="15429"/>
                  <a:pt x="18002" y="16510"/>
                </a:cubicBezTo>
                <a:cubicBezTo>
                  <a:pt x="18096" y="17040"/>
                  <a:pt x="18229" y="17590"/>
                  <a:pt x="18362" y="18121"/>
                </a:cubicBezTo>
                <a:cubicBezTo>
                  <a:pt x="18476" y="18557"/>
                  <a:pt x="18627" y="19031"/>
                  <a:pt x="18968" y="19334"/>
                </a:cubicBezTo>
                <a:cubicBezTo>
                  <a:pt x="19197" y="19533"/>
                  <a:pt x="19456" y="19618"/>
                  <a:pt x="19715" y="19618"/>
                </a:cubicBezTo>
                <a:cubicBezTo>
                  <a:pt x="20273" y="19618"/>
                  <a:pt x="20833" y="19220"/>
                  <a:pt x="21092" y="18690"/>
                </a:cubicBezTo>
                <a:cubicBezTo>
                  <a:pt x="21300" y="18178"/>
                  <a:pt x="21338" y="17628"/>
                  <a:pt x="21205" y="17078"/>
                </a:cubicBezTo>
                <a:cubicBezTo>
                  <a:pt x="21111" y="16472"/>
                  <a:pt x="20902" y="15884"/>
                  <a:pt x="20731" y="15277"/>
                </a:cubicBezTo>
                <a:lnTo>
                  <a:pt x="18684" y="7903"/>
                </a:lnTo>
                <a:cubicBezTo>
                  <a:pt x="18514" y="7315"/>
                  <a:pt x="18362" y="6728"/>
                  <a:pt x="18191" y="6102"/>
                </a:cubicBezTo>
                <a:cubicBezTo>
                  <a:pt x="18162" y="6043"/>
                  <a:pt x="18106" y="6015"/>
                  <a:pt x="18051" y="6015"/>
                </a:cubicBezTo>
                <a:cubicBezTo>
                  <a:pt x="17966" y="6015"/>
                  <a:pt x="17884" y="6082"/>
                  <a:pt x="17907" y="6197"/>
                </a:cubicBezTo>
                <a:cubicBezTo>
                  <a:pt x="18589" y="8623"/>
                  <a:pt x="19253" y="11050"/>
                  <a:pt x="19935" y="13476"/>
                </a:cubicBezTo>
                <a:lnTo>
                  <a:pt x="20428" y="15315"/>
                </a:lnTo>
                <a:cubicBezTo>
                  <a:pt x="20599" y="15903"/>
                  <a:pt x="20788" y="16491"/>
                  <a:pt x="20902" y="17078"/>
                </a:cubicBezTo>
                <a:cubicBezTo>
                  <a:pt x="21016" y="17609"/>
                  <a:pt x="21035" y="18216"/>
                  <a:pt x="20750" y="18690"/>
                </a:cubicBezTo>
                <a:cubicBezTo>
                  <a:pt x="20542" y="19050"/>
                  <a:pt x="20144" y="19296"/>
                  <a:pt x="19727" y="19334"/>
                </a:cubicBezTo>
                <a:cubicBezTo>
                  <a:pt x="19253" y="19334"/>
                  <a:pt x="18950" y="18917"/>
                  <a:pt x="18798" y="18519"/>
                </a:cubicBezTo>
                <a:cubicBezTo>
                  <a:pt x="18627" y="18026"/>
                  <a:pt x="18495" y="17533"/>
                  <a:pt x="18400" y="17040"/>
                </a:cubicBezTo>
                <a:cubicBezTo>
                  <a:pt x="18172" y="15979"/>
                  <a:pt x="17983" y="14898"/>
                  <a:pt x="17812" y="13837"/>
                </a:cubicBezTo>
                <a:cubicBezTo>
                  <a:pt x="17452" y="11713"/>
                  <a:pt x="17130" y="9571"/>
                  <a:pt x="16428" y="7524"/>
                </a:cubicBezTo>
                <a:cubicBezTo>
                  <a:pt x="16239" y="7031"/>
                  <a:pt x="16049" y="6538"/>
                  <a:pt x="15822" y="6064"/>
                </a:cubicBezTo>
                <a:cubicBezTo>
                  <a:pt x="15632" y="5590"/>
                  <a:pt x="15386" y="5154"/>
                  <a:pt x="15082" y="4756"/>
                </a:cubicBezTo>
                <a:cubicBezTo>
                  <a:pt x="14841" y="4446"/>
                  <a:pt x="14506" y="4199"/>
                  <a:pt x="14120" y="4199"/>
                </a:cubicBezTo>
                <a:cubicBezTo>
                  <a:pt x="14081" y="4199"/>
                  <a:pt x="14042" y="4201"/>
                  <a:pt x="14002" y="4207"/>
                </a:cubicBezTo>
                <a:cubicBezTo>
                  <a:pt x="13661" y="4282"/>
                  <a:pt x="13395" y="4529"/>
                  <a:pt x="13281" y="4851"/>
                </a:cubicBezTo>
                <a:cubicBezTo>
                  <a:pt x="13149" y="5230"/>
                  <a:pt x="13092" y="5609"/>
                  <a:pt x="13130" y="6007"/>
                </a:cubicBezTo>
                <a:cubicBezTo>
                  <a:pt x="13187" y="6538"/>
                  <a:pt x="13281" y="7088"/>
                  <a:pt x="13395" y="7619"/>
                </a:cubicBezTo>
                <a:cubicBezTo>
                  <a:pt x="13623" y="8794"/>
                  <a:pt x="13907" y="9969"/>
                  <a:pt x="14267" y="11126"/>
                </a:cubicBezTo>
                <a:cubicBezTo>
                  <a:pt x="14608" y="12244"/>
                  <a:pt x="15044" y="13344"/>
                  <a:pt x="15442" y="14443"/>
                </a:cubicBezTo>
                <a:cubicBezTo>
                  <a:pt x="15879" y="15524"/>
                  <a:pt x="16182" y="16642"/>
                  <a:pt x="16333" y="17799"/>
                </a:cubicBezTo>
                <a:cubicBezTo>
                  <a:pt x="16409" y="18329"/>
                  <a:pt x="16390" y="18879"/>
                  <a:pt x="16296" y="19410"/>
                </a:cubicBezTo>
                <a:cubicBezTo>
                  <a:pt x="16277" y="19618"/>
                  <a:pt x="16144" y="19789"/>
                  <a:pt x="15973" y="19884"/>
                </a:cubicBezTo>
                <a:cubicBezTo>
                  <a:pt x="15943" y="19889"/>
                  <a:pt x="15912" y="19892"/>
                  <a:pt x="15882" y="19892"/>
                </a:cubicBezTo>
                <a:cubicBezTo>
                  <a:pt x="15710" y="19892"/>
                  <a:pt x="15558" y="19802"/>
                  <a:pt x="15461" y="19656"/>
                </a:cubicBezTo>
                <a:cubicBezTo>
                  <a:pt x="15329" y="19467"/>
                  <a:pt x="15215" y="19258"/>
                  <a:pt x="15139" y="19031"/>
                </a:cubicBezTo>
                <a:cubicBezTo>
                  <a:pt x="15025" y="18746"/>
                  <a:pt x="14912" y="18481"/>
                  <a:pt x="14817" y="18197"/>
                </a:cubicBezTo>
                <a:cubicBezTo>
                  <a:pt x="14608" y="17628"/>
                  <a:pt x="14419" y="17059"/>
                  <a:pt x="14248" y="16491"/>
                </a:cubicBezTo>
                <a:cubicBezTo>
                  <a:pt x="13888" y="15353"/>
                  <a:pt x="13566" y="14178"/>
                  <a:pt x="13300" y="13003"/>
                </a:cubicBezTo>
                <a:cubicBezTo>
                  <a:pt x="13073" y="12017"/>
                  <a:pt x="12921" y="11031"/>
                  <a:pt x="12694" y="10045"/>
                </a:cubicBezTo>
                <a:cubicBezTo>
                  <a:pt x="12334" y="8377"/>
                  <a:pt x="11822" y="6576"/>
                  <a:pt x="10590" y="5306"/>
                </a:cubicBezTo>
                <a:cubicBezTo>
                  <a:pt x="10305" y="5022"/>
                  <a:pt x="9983" y="4756"/>
                  <a:pt x="9623" y="4548"/>
                </a:cubicBezTo>
                <a:cubicBezTo>
                  <a:pt x="9603" y="4534"/>
                  <a:pt x="9580" y="4528"/>
                  <a:pt x="9558" y="4528"/>
                </a:cubicBezTo>
                <a:cubicBezTo>
                  <a:pt x="9517" y="4528"/>
                  <a:pt x="9477" y="4549"/>
                  <a:pt x="9452" y="4586"/>
                </a:cubicBezTo>
                <a:cubicBezTo>
                  <a:pt x="8978" y="5458"/>
                  <a:pt x="9016" y="6481"/>
                  <a:pt x="9168" y="7448"/>
                </a:cubicBezTo>
                <a:cubicBezTo>
                  <a:pt x="9338" y="8510"/>
                  <a:pt x="9604" y="9571"/>
                  <a:pt x="9869" y="10633"/>
                </a:cubicBezTo>
                <a:cubicBezTo>
                  <a:pt x="10438" y="12832"/>
                  <a:pt x="11101" y="14993"/>
                  <a:pt x="11879" y="17135"/>
                </a:cubicBezTo>
                <a:cubicBezTo>
                  <a:pt x="12182" y="18007"/>
                  <a:pt x="12618" y="19182"/>
                  <a:pt x="11784" y="19922"/>
                </a:cubicBezTo>
                <a:cubicBezTo>
                  <a:pt x="11612" y="20082"/>
                  <a:pt x="11386" y="20166"/>
                  <a:pt x="11158" y="20166"/>
                </a:cubicBezTo>
                <a:cubicBezTo>
                  <a:pt x="11008" y="20166"/>
                  <a:pt x="10858" y="20130"/>
                  <a:pt x="10722" y="20055"/>
                </a:cubicBezTo>
                <a:cubicBezTo>
                  <a:pt x="10400" y="19827"/>
                  <a:pt x="10172" y="19524"/>
                  <a:pt x="10021" y="19182"/>
                </a:cubicBezTo>
                <a:cubicBezTo>
                  <a:pt x="9831" y="18784"/>
                  <a:pt x="9699" y="18367"/>
                  <a:pt x="9585" y="17950"/>
                </a:cubicBezTo>
                <a:lnTo>
                  <a:pt x="9111" y="16244"/>
                </a:lnTo>
                <a:lnTo>
                  <a:pt x="8125" y="12832"/>
                </a:lnTo>
                <a:cubicBezTo>
                  <a:pt x="7822" y="11732"/>
                  <a:pt x="7519" y="10614"/>
                  <a:pt x="7177" y="9514"/>
                </a:cubicBezTo>
                <a:cubicBezTo>
                  <a:pt x="6950" y="8737"/>
                  <a:pt x="6665" y="7903"/>
                  <a:pt x="6059" y="7353"/>
                </a:cubicBezTo>
                <a:cubicBezTo>
                  <a:pt x="5907" y="7221"/>
                  <a:pt x="5737" y="7107"/>
                  <a:pt x="5547" y="7012"/>
                </a:cubicBezTo>
                <a:cubicBezTo>
                  <a:pt x="5534" y="7008"/>
                  <a:pt x="5519" y="7005"/>
                  <a:pt x="5505" y="7005"/>
                </a:cubicBezTo>
                <a:cubicBezTo>
                  <a:pt x="5457" y="7005"/>
                  <a:pt x="5410" y="7030"/>
                  <a:pt x="5395" y="7088"/>
                </a:cubicBezTo>
                <a:cubicBezTo>
                  <a:pt x="5054" y="9041"/>
                  <a:pt x="5661" y="10936"/>
                  <a:pt x="6305" y="12775"/>
                </a:cubicBezTo>
                <a:cubicBezTo>
                  <a:pt x="6628" y="13723"/>
                  <a:pt x="6988" y="14671"/>
                  <a:pt x="7253" y="15638"/>
                </a:cubicBezTo>
                <a:cubicBezTo>
                  <a:pt x="7386" y="16093"/>
                  <a:pt x="7481" y="16566"/>
                  <a:pt x="7537" y="17059"/>
                </a:cubicBezTo>
                <a:cubicBezTo>
                  <a:pt x="7556" y="17457"/>
                  <a:pt x="7481" y="17969"/>
                  <a:pt x="7064" y="18121"/>
                </a:cubicBezTo>
                <a:cubicBezTo>
                  <a:pt x="6994" y="18147"/>
                  <a:pt x="6924" y="18158"/>
                  <a:pt x="6855" y="18158"/>
                </a:cubicBezTo>
                <a:cubicBezTo>
                  <a:pt x="6568" y="18158"/>
                  <a:pt x="6295" y="17959"/>
                  <a:pt x="6097" y="17761"/>
                </a:cubicBezTo>
                <a:cubicBezTo>
                  <a:pt x="5774" y="17438"/>
                  <a:pt x="5547" y="17059"/>
                  <a:pt x="5376" y="16642"/>
                </a:cubicBezTo>
                <a:cubicBezTo>
                  <a:pt x="4959" y="15619"/>
                  <a:pt x="4561" y="14595"/>
                  <a:pt x="4182" y="13571"/>
                </a:cubicBezTo>
                <a:cubicBezTo>
                  <a:pt x="3405" y="11505"/>
                  <a:pt x="2703" y="9401"/>
                  <a:pt x="2059" y="7278"/>
                </a:cubicBezTo>
                <a:cubicBezTo>
                  <a:pt x="1414" y="5154"/>
                  <a:pt x="846" y="3012"/>
                  <a:pt x="334" y="851"/>
                </a:cubicBezTo>
                <a:cubicBezTo>
                  <a:pt x="277" y="586"/>
                  <a:pt x="220" y="320"/>
                  <a:pt x="163" y="55"/>
                </a:cubicBezTo>
                <a:cubicBezTo>
                  <a:pt x="156" y="17"/>
                  <a:pt x="126" y="0"/>
                  <a:pt x="95" y="0"/>
                </a:cubicBezTo>
                <a:close/>
              </a:path>
            </a:pathLst>
          </a:custGeom>
          <a:solidFill>
            <a:srgbClr val="1C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1" name="Google Shape;211;p4"/>
          <p:cNvSpPr txBox="1">
            <a:spLocks noGrp="1"/>
          </p:cNvSpPr>
          <p:nvPr>
            <p:ph type="ctrTitle"/>
          </p:nvPr>
        </p:nvSpPr>
        <p:spPr>
          <a:xfrm>
            <a:off x="736646" y="373025"/>
            <a:ext cx="7672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"/>
          <p:cNvSpPr txBox="1">
            <a:spLocks noGrp="1"/>
          </p:cNvSpPr>
          <p:nvPr>
            <p:ph type="subTitle" idx="1"/>
          </p:nvPr>
        </p:nvSpPr>
        <p:spPr>
          <a:xfrm>
            <a:off x="1944337" y="3168343"/>
            <a:ext cx="1532400" cy="47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214" name="Google Shape;214;p5"/>
          <p:cNvSpPr txBox="1">
            <a:spLocks noGrp="1"/>
          </p:cNvSpPr>
          <p:nvPr>
            <p:ph type="subTitle" idx="2"/>
          </p:nvPr>
        </p:nvSpPr>
        <p:spPr>
          <a:xfrm>
            <a:off x="1381688" y="3559333"/>
            <a:ext cx="2657700" cy="10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15" name="Google Shape;215;p5"/>
          <p:cNvSpPr txBox="1">
            <a:spLocks noGrp="1"/>
          </p:cNvSpPr>
          <p:nvPr>
            <p:ph type="subTitle" idx="3"/>
          </p:nvPr>
        </p:nvSpPr>
        <p:spPr>
          <a:xfrm flipH="1">
            <a:off x="5667265" y="3168343"/>
            <a:ext cx="1532400" cy="47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216" name="Google Shape;216;p5"/>
          <p:cNvSpPr txBox="1">
            <a:spLocks noGrp="1"/>
          </p:cNvSpPr>
          <p:nvPr>
            <p:ph type="subTitle" idx="4"/>
          </p:nvPr>
        </p:nvSpPr>
        <p:spPr>
          <a:xfrm flipH="1">
            <a:off x="5104613" y="3559333"/>
            <a:ext cx="2657700" cy="10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217" name="Google Shape;217;p5"/>
          <p:cNvPicPr preferRelativeResize="0"/>
          <p:nvPr/>
        </p:nvPicPr>
        <p:blipFill>
          <a:blip r:embed="rId2">
            <a:alphaModFix amt="47000"/>
          </a:blip>
          <a:stretch>
            <a:fillRect/>
          </a:stretch>
        </p:blipFill>
        <p:spPr>
          <a:xfrm rot="4139108">
            <a:off x="-1716814" y="3950736"/>
            <a:ext cx="2989903" cy="24682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8" name="Google Shape;218;p5"/>
          <p:cNvGrpSpPr/>
          <p:nvPr/>
        </p:nvGrpSpPr>
        <p:grpSpPr>
          <a:xfrm rot="-987768">
            <a:off x="-414533" y="3230134"/>
            <a:ext cx="1344359" cy="1995308"/>
            <a:chOff x="272875" y="1527563"/>
            <a:chExt cx="255950" cy="455000"/>
          </a:xfrm>
        </p:grpSpPr>
        <p:sp>
          <p:nvSpPr>
            <p:cNvPr id="219" name="Google Shape;219;p5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0" name="Google Shape;220;p5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" name="Google Shape;221;p5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2" name="Google Shape;222;p5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" name="Google Shape;223;p5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4" name="Google Shape;224;p5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5" name="Google Shape;225;p5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6" name="Google Shape;226;p5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7" name="Google Shape;227;p5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8" name="Google Shape;228;p5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9" name="Google Shape;229;p5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0" name="Google Shape;230;p5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1" name="Google Shape;231;p5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2" name="Google Shape;232;p5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3" name="Google Shape;233;p5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4" name="Google Shape;234;p5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5" name="Google Shape;235;p5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6" name="Google Shape;236;p5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7" name="Google Shape;237;p5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8" name="Google Shape;238;p5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2" name="Google Shape;242;p5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" name="Google Shape;243;p5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4" name="Google Shape;244;p5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5" name="Google Shape;245;p5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6" name="Google Shape;246;p5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7" name="Google Shape;247;p5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8" name="Google Shape;248;p5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9" name="Google Shape;249;p5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0" name="Google Shape;250;p5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1" name="Google Shape;251;p5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" name="Google Shape;252;p5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3" name="Google Shape;253;p5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254" name="Google Shape;254;p5"/>
          <p:cNvPicPr preferRelativeResize="0"/>
          <p:nvPr/>
        </p:nvPicPr>
        <p:blipFill>
          <a:blip r:embed="rId3">
            <a:alphaModFix amt="74000"/>
          </a:blip>
          <a:stretch>
            <a:fillRect/>
          </a:stretch>
        </p:blipFill>
        <p:spPr>
          <a:xfrm rot="-1197527" flipH="1">
            <a:off x="8254668" y="3888189"/>
            <a:ext cx="2894871" cy="2593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5"/>
          <p:cNvPicPr preferRelativeResize="0"/>
          <p:nvPr/>
        </p:nvPicPr>
        <p:blipFill>
          <a:blip r:embed="rId4">
            <a:alphaModFix amt="58000"/>
          </a:blip>
          <a:stretch>
            <a:fillRect/>
          </a:stretch>
        </p:blipFill>
        <p:spPr>
          <a:xfrm rot="-9314708">
            <a:off x="-1515506" y="-1274402"/>
            <a:ext cx="1787180" cy="4287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5"/>
          <p:cNvPicPr preferRelativeResize="0"/>
          <p:nvPr/>
        </p:nvPicPr>
        <p:blipFill>
          <a:blip r:embed="rId5">
            <a:alphaModFix amt="76000"/>
          </a:blip>
          <a:stretch>
            <a:fillRect/>
          </a:stretch>
        </p:blipFill>
        <p:spPr>
          <a:xfrm rot="394092">
            <a:off x="2157624" y="-1359156"/>
            <a:ext cx="5296602" cy="1972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5"/>
          <p:cNvPicPr preferRelativeResize="0"/>
          <p:nvPr/>
        </p:nvPicPr>
        <p:blipFill>
          <a:blip r:embed="rId6">
            <a:alphaModFix amt="62000"/>
          </a:blip>
          <a:stretch>
            <a:fillRect/>
          </a:stretch>
        </p:blipFill>
        <p:spPr>
          <a:xfrm rot="6551349" flipH="1">
            <a:off x="7493893" y="-756657"/>
            <a:ext cx="2894870" cy="259332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8" name="Google Shape;258;p5"/>
          <p:cNvGrpSpPr/>
          <p:nvPr/>
        </p:nvGrpSpPr>
        <p:grpSpPr>
          <a:xfrm rot="8100046">
            <a:off x="8172668" y="-457651"/>
            <a:ext cx="1344367" cy="1995327"/>
            <a:chOff x="272875" y="1527563"/>
            <a:chExt cx="255950" cy="455000"/>
          </a:xfrm>
        </p:grpSpPr>
        <p:sp>
          <p:nvSpPr>
            <p:cNvPr id="259" name="Google Shape;259;p5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0" name="Google Shape;260;p5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1" name="Google Shape;261;p5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2" name="Google Shape;262;p5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3" name="Google Shape;263;p5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4" name="Google Shape;264;p5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5" name="Google Shape;265;p5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6" name="Google Shape;266;p5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7" name="Google Shape;267;p5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8" name="Google Shape;268;p5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9" name="Google Shape;269;p5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0" name="Google Shape;270;p5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1" name="Google Shape;271;p5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2" name="Google Shape;272;p5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3" name="Google Shape;273;p5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4" name="Google Shape;274;p5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5" name="Google Shape;275;p5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6" name="Google Shape;276;p5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7" name="Google Shape;277;p5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8" name="Google Shape;278;p5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9" name="Google Shape;279;p5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0" name="Google Shape;280;p5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1" name="Google Shape;281;p5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2" name="Google Shape;282;p5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3" name="Google Shape;283;p5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4" name="Google Shape;284;p5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5" name="Google Shape;285;p5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6" name="Google Shape;286;p5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7" name="Google Shape;287;p5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8" name="Google Shape;288;p5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9" name="Google Shape;289;p5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0" name="Google Shape;290;p5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1" name="Google Shape;291;p5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2" name="Google Shape;292;p5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3" name="Google Shape;293;p5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94" name="Google Shape;294;p5"/>
          <p:cNvSpPr txBox="1">
            <a:spLocks noGrp="1"/>
          </p:cNvSpPr>
          <p:nvPr>
            <p:ph type="ctrTitle"/>
          </p:nvPr>
        </p:nvSpPr>
        <p:spPr>
          <a:xfrm>
            <a:off x="736646" y="373025"/>
            <a:ext cx="7672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5" name="Google Shape;295;p5"/>
          <p:cNvSpPr/>
          <p:nvPr/>
        </p:nvSpPr>
        <p:spPr>
          <a:xfrm rot="-6477098" flipH="1">
            <a:off x="-3963735" y="-3524095"/>
            <a:ext cx="4623929" cy="7256942"/>
          </a:xfrm>
          <a:custGeom>
            <a:avLst/>
            <a:gdLst/>
            <a:ahLst/>
            <a:cxnLst/>
            <a:rect l="l" t="t" r="r" b="b"/>
            <a:pathLst>
              <a:path w="55812" h="94461" extrusionOk="0">
                <a:moveTo>
                  <a:pt x="36054" y="83719"/>
                </a:moveTo>
                <a:cubicBezTo>
                  <a:pt x="36059" y="85810"/>
                  <a:pt x="36230" y="87883"/>
                  <a:pt x="36585" y="89937"/>
                </a:cubicBezTo>
                <a:cubicBezTo>
                  <a:pt x="36680" y="90449"/>
                  <a:pt x="36775" y="90942"/>
                  <a:pt x="36888" y="91454"/>
                </a:cubicBezTo>
                <a:cubicBezTo>
                  <a:pt x="36926" y="91719"/>
                  <a:pt x="37002" y="91984"/>
                  <a:pt x="37059" y="92250"/>
                </a:cubicBezTo>
                <a:cubicBezTo>
                  <a:pt x="37097" y="92439"/>
                  <a:pt x="37305" y="92856"/>
                  <a:pt x="37211" y="93046"/>
                </a:cubicBezTo>
                <a:cubicBezTo>
                  <a:pt x="37154" y="93160"/>
                  <a:pt x="36831" y="93255"/>
                  <a:pt x="36718" y="93311"/>
                </a:cubicBezTo>
                <a:cubicBezTo>
                  <a:pt x="36509" y="93425"/>
                  <a:pt x="36282" y="93539"/>
                  <a:pt x="36035" y="93634"/>
                </a:cubicBezTo>
                <a:cubicBezTo>
                  <a:pt x="35599" y="93804"/>
                  <a:pt x="35144" y="93937"/>
                  <a:pt x="34689" y="93994"/>
                </a:cubicBezTo>
                <a:cubicBezTo>
                  <a:pt x="34597" y="94004"/>
                  <a:pt x="34505" y="94009"/>
                  <a:pt x="34414" y="94009"/>
                </a:cubicBezTo>
                <a:cubicBezTo>
                  <a:pt x="33623" y="94009"/>
                  <a:pt x="32889" y="93638"/>
                  <a:pt x="32566" y="92856"/>
                </a:cubicBezTo>
                <a:cubicBezTo>
                  <a:pt x="32244" y="92041"/>
                  <a:pt x="32471" y="91093"/>
                  <a:pt x="32756" y="90297"/>
                </a:cubicBezTo>
                <a:cubicBezTo>
                  <a:pt x="33362" y="88572"/>
                  <a:pt x="34234" y="86923"/>
                  <a:pt x="35125" y="85331"/>
                </a:cubicBezTo>
                <a:cubicBezTo>
                  <a:pt x="35426" y="84788"/>
                  <a:pt x="35736" y="84251"/>
                  <a:pt x="36054" y="83719"/>
                </a:cubicBezTo>
                <a:close/>
                <a:moveTo>
                  <a:pt x="43850" y="72899"/>
                </a:moveTo>
                <a:cubicBezTo>
                  <a:pt x="43926" y="74041"/>
                  <a:pt x="43988" y="75183"/>
                  <a:pt x="44035" y="76326"/>
                </a:cubicBezTo>
                <a:cubicBezTo>
                  <a:pt x="44111" y="78487"/>
                  <a:pt x="44149" y="80629"/>
                  <a:pt x="44130" y="82790"/>
                </a:cubicBezTo>
                <a:cubicBezTo>
                  <a:pt x="44111" y="83871"/>
                  <a:pt x="44092" y="84970"/>
                  <a:pt x="44054" y="86051"/>
                </a:cubicBezTo>
                <a:cubicBezTo>
                  <a:pt x="44016" y="87037"/>
                  <a:pt x="44092" y="88117"/>
                  <a:pt x="43864" y="89065"/>
                </a:cubicBezTo>
                <a:cubicBezTo>
                  <a:pt x="43789" y="89463"/>
                  <a:pt x="43599" y="89823"/>
                  <a:pt x="43334" y="90127"/>
                </a:cubicBezTo>
                <a:cubicBezTo>
                  <a:pt x="43194" y="90249"/>
                  <a:pt x="43052" y="90301"/>
                  <a:pt x="42914" y="90301"/>
                </a:cubicBezTo>
                <a:cubicBezTo>
                  <a:pt x="42585" y="90301"/>
                  <a:pt x="42287" y="90001"/>
                  <a:pt x="42139" y="89653"/>
                </a:cubicBezTo>
                <a:cubicBezTo>
                  <a:pt x="41874" y="88970"/>
                  <a:pt x="41760" y="88193"/>
                  <a:pt x="41609" y="87473"/>
                </a:cubicBezTo>
                <a:cubicBezTo>
                  <a:pt x="41324" y="86165"/>
                  <a:pt x="41021" y="84724"/>
                  <a:pt x="40149" y="83643"/>
                </a:cubicBezTo>
                <a:cubicBezTo>
                  <a:pt x="39770" y="83169"/>
                  <a:pt x="39277" y="82809"/>
                  <a:pt x="38708" y="82582"/>
                </a:cubicBezTo>
                <a:cubicBezTo>
                  <a:pt x="38695" y="82577"/>
                  <a:pt x="38683" y="82574"/>
                  <a:pt x="38671" y="82574"/>
                </a:cubicBezTo>
                <a:cubicBezTo>
                  <a:pt x="38594" y="82574"/>
                  <a:pt x="38540" y="82668"/>
                  <a:pt x="38557" y="82733"/>
                </a:cubicBezTo>
                <a:cubicBezTo>
                  <a:pt x="38917" y="84667"/>
                  <a:pt x="39277" y="86601"/>
                  <a:pt x="39618" y="88534"/>
                </a:cubicBezTo>
                <a:lnTo>
                  <a:pt x="40149" y="91397"/>
                </a:lnTo>
                <a:cubicBezTo>
                  <a:pt x="40263" y="92136"/>
                  <a:pt x="40452" y="92875"/>
                  <a:pt x="40187" y="93596"/>
                </a:cubicBezTo>
                <a:cubicBezTo>
                  <a:pt x="40092" y="93861"/>
                  <a:pt x="39921" y="94183"/>
                  <a:pt x="39618" y="94240"/>
                </a:cubicBezTo>
                <a:cubicBezTo>
                  <a:pt x="39604" y="94243"/>
                  <a:pt x="39590" y="94244"/>
                  <a:pt x="39576" y="94244"/>
                </a:cubicBezTo>
                <a:cubicBezTo>
                  <a:pt x="39294" y="94244"/>
                  <a:pt x="39081" y="93717"/>
                  <a:pt x="38955" y="93482"/>
                </a:cubicBezTo>
                <a:cubicBezTo>
                  <a:pt x="38670" y="92856"/>
                  <a:pt x="38462" y="92193"/>
                  <a:pt x="38348" y="91511"/>
                </a:cubicBezTo>
                <a:cubicBezTo>
                  <a:pt x="38083" y="90146"/>
                  <a:pt x="38045" y="88762"/>
                  <a:pt x="37855" y="87397"/>
                </a:cubicBezTo>
                <a:cubicBezTo>
                  <a:pt x="37647" y="85994"/>
                  <a:pt x="37230" y="84610"/>
                  <a:pt x="36244" y="83549"/>
                </a:cubicBezTo>
                <a:cubicBezTo>
                  <a:pt x="36227" y="83526"/>
                  <a:pt x="36203" y="83515"/>
                  <a:pt x="36178" y="83514"/>
                </a:cubicBezTo>
                <a:lnTo>
                  <a:pt x="36178" y="83514"/>
                </a:lnTo>
                <a:cubicBezTo>
                  <a:pt x="38436" y="79777"/>
                  <a:pt x="41102" y="76305"/>
                  <a:pt x="43850" y="72899"/>
                </a:cubicBezTo>
                <a:close/>
                <a:moveTo>
                  <a:pt x="124" y="0"/>
                </a:moveTo>
                <a:cubicBezTo>
                  <a:pt x="60" y="0"/>
                  <a:pt x="1" y="49"/>
                  <a:pt x="36" y="119"/>
                </a:cubicBezTo>
                <a:lnTo>
                  <a:pt x="17" y="119"/>
                </a:lnTo>
                <a:cubicBezTo>
                  <a:pt x="2955" y="8498"/>
                  <a:pt x="5989" y="16839"/>
                  <a:pt x="9135" y="25123"/>
                </a:cubicBezTo>
                <a:cubicBezTo>
                  <a:pt x="9894" y="27152"/>
                  <a:pt x="10671" y="29180"/>
                  <a:pt x="11467" y="31208"/>
                </a:cubicBezTo>
                <a:cubicBezTo>
                  <a:pt x="12168" y="33028"/>
                  <a:pt x="12794" y="34905"/>
                  <a:pt x="13647" y="36649"/>
                </a:cubicBezTo>
                <a:cubicBezTo>
                  <a:pt x="14292" y="37976"/>
                  <a:pt x="15221" y="39246"/>
                  <a:pt x="16623" y="39796"/>
                </a:cubicBezTo>
                <a:cubicBezTo>
                  <a:pt x="17283" y="40054"/>
                  <a:pt x="17979" y="40142"/>
                  <a:pt x="18690" y="40142"/>
                </a:cubicBezTo>
                <a:cubicBezTo>
                  <a:pt x="19959" y="40142"/>
                  <a:pt x="21272" y="39862"/>
                  <a:pt x="22500" y="39777"/>
                </a:cubicBezTo>
                <a:cubicBezTo>
                  <a:pt x="23246" y="39726"/>
                  <a:pt x="23995" y="39701"/>
                  <a:pt x="24747" y="39701"/>
                </a:cubicBezTo>
                <a:cubicBezTo>
                  <a:pt x="26249" y="39701"/>
                  <a:pt x="27757" y="39802"/>
                  <a:pt x="29249" y="40004"/>
                </a:cubicBezTo>
                <a:cubicBezTo>
                  <a:pt x="31106" y="40270"/>
                  <a:pt x="33021" y="40668"/>
                  <a:pt x="34727" y="41502"/>
                </a:cubicBezTo>
                <a:cubicBezTo>
                  <a:pt x="36433" y="42317"/>
                  <a:pt x="37836" y="43682"/>
                  <a:pt x="38708" y="45350"/>
                </a:cubicBezTo>
                <a:cubicBezTo>
                  <a:pt x="39580" y="46981"/>
                  <a:pt x="40054" y="48782"/>
                  <a:pt x="40471" y="50545"/>
                </a:cubicBezTo>
                <a:cubicBezTo>
                  <a:pt x="42179" y="57664"/>
                  <a:pt x="43282" y="64918"/>
                  <a:pt x="43803" y="72216"/>
                </a:cubicBezTo>
                <a:lnTo>
                  <a:pt x="43803" y="72216"/>
                </a:lnTo>
                <a:cubicBezTo>
                  <a:pt x="43494" y="72599"/>
                  <a:pt x="43186" y="72983"/>
                  <a:pt x="42879" y="73369"/>
                </a:cubicBezTo>
                <a:cubicBezTo>
                  <a:pt x="40831" y="75966"/>
                  <a:pt x="38822" y="78601"/>
                  <a:pt x="37021" y="81387"/>
                </a:cubicBezTo>
                <a:cubicBezTo>
                  <a:pt x="35277" y="84098"/>
                  <a:pt x="33571" y="87018"/>
                  <a:pt x="32471" y="90070"/>
                </a:cubicBezTo>
                <a:cubicBezTo>
                  <a:pt x="31997" y="91359"/>
                  <a:pt x="31770" y="93198"/>
                  <a:pt x="33154" y="94013"/>
                </a:cubicBezTo>
                <a:cubicBezTo>
                  <a:pt x="33534" y="94235"/>
                  <a:pt x="33946" y="94326"/>
                  <a:pt x="34367" y="94326"/>
                </a:cubicBezTo>
                <a:cubicBezTo>
                  <a:pt x="35456" y="94326"/>
                  <a:pt x="36609" y="93717"/>
                  <a:pt x="37457" y="93198"/>
                </a:cubicBezTo>
                <a:cubicBezTo>
                  <a:pt x="37514" y="93160"/>
                  <a:pt x="37533" y="93103"/>
                  <a:pt x="37514" y="93046"/>
                </a:cubicBezTo>
                <a:cubicBezTo>
                  <a:pt x="36725" y="90076"/>
                  <a:pt x="36309" y="87016"/>
                  <a:pt x="36300" y="83937"/>
                </a:cubicBezTo>
                <a:lnTo>
                  <a:pt x="36300" y="83937"/>
                </a:lnTo>
                <a:cubicBezTo>
                  <a:pt x="38208" y="86250"/>
                  <a:pt x="37579" y="89653"/>
                  <a:pt x="38348" y="92383"/>
                </a:cubicBezTo>
                <a:cubicBezTo>
                  <a:pt x="38500" y="93065"/>
                  <a:pt x="38803" y="93710"/>
                  <a:pt x="39201" y="94297"/>
                </a:cubicBezTo>
                <a:cubicBezTo>
                  <a:pt x="39289" y="94413"/>
                  <a:pt x="39407" y="94460"/>
                  <a:pt x="39532" y="94460"/>
                </a:cubicBezTo>
                <a:cubicBezTo>
                  <a:pt x="39756" y="94460"/>
                  <a:pt x="40003" y="94309"/>
                  <a:pt x="40149" y="94127"/>
                </a:cubicBezTo>
                <a:cubicBezTo>
                  <a:pt x="40490" y="93728"/>
                  <a:pt x="40566" y="93103"/>
                  <a:pt x="40547" y="92591"/>
                </a:cubicBezTo>
                <a:cubicBezTo>
                  <a:pt x="40509" y="91681"/>
                  <a:pt x="40244" y="90752"/>
                  <a:pt x="40092" y="89861"/>
                </a:cubicBezTo>
                <a:cubicBezTo>
                  <a:pt x="39670" y="87551"/>
                  <a:pt x="39266" y="85241"/>
                  <a:pt x="38846" y="82914"/>
                </a:cubicBezTo>
                <a:lnTo>
                  <a:pt x="38846" y="82914"/>
                </a:lnTo>
                <a:cubicBezTo>
                  <a:pt x="40217" y="83575"/>
                  <a:pt x="40753" y="85091"/>
                  <a:pt x="41116" y="86487"/>
                </a:cubicBezTo>
                <a:cubicBezTo>
                  <a:pt x="41305" y="87245"/>
                  <a:pt x="41438" y="88022"/>
                  <a:pt x="41628" y="88781"/>
                </a:cubicBezTo>
                <a:cubicBezTo>
                  <a:pt x="41760" y="89349"/>
                  <a:pt x="41874" y="90146"/>
                  <a:pt x="42443" y="90468"/>
                </a:cubicBezTo>
                <a:cubicBezTo>
                  <a:pt x="42589" y="90550"/>
                  <a:pt x="42735" y="90587"/>
                  <a:pt x="42876" y="90587"/>
                </a:cubicBezTo>
                <a:cubicBezTo>
                  <a:pt x="43193" y="90587"/>
                  <a:pt x="43484" y="90402"/>
                  <a:pt x="43694" y="90127"/>
                </a:cubicBezTo>
                <a:cubicBezTo>
                  <a:pt x="44168" y="89539"/>
                  <a:pt x="44225" y="88781"/>
                  <a:pt x="44263" y="88060"/>
                </a:cubicBezTo>
                <a:cubicBezTo>
                  <a:pt x="44376" y="85842"/>
                  <a:pt x="44433" y="83624"/>
                  <a:pt x="44433" y="81425"/>
                </a:cubicBezTo>
                <a:cubicBezTo>
                  <a:pt x="44433" y="78462"/>
                  <a:pt x="44333" y="75502"/>
                  <a:pt x="44134" y="72549"/>
                </a:cubicBezTo>
                <a:lnTo>
                  <a:pt x="44134" y="72549"/>
                </a:lnTo>
                <a:cubicBezTo>
                  <a:pt x="45525" y="70831"/>
                  <a:pt x="46934" y="69129"/>
                  <a:pt x="48319" y="67416"/>
                </a:cubicBezTo>
                <a:cubicBezTo>
                  <a:pt x="50916" y="64213"/>
                  <a:pt x="53457" y="60952"/>
                  <a:pt x="55694" y="57464"/>
                </a:cubicBezTo>
                <a:cubicBezTo>
                  <a:pt x="55812" y="57293"/>
                  <a:pt x="55657" y="57122"/>
                  <a:pt x="55493" y="57122"/>
                </a:cubicBezTo>
                <a:cubicBezTo>
                  <a:pt x="55421" y="57122"/>
                  <a:pt x="55348" y="57155"/>
                  <a:pt x="55295" y="57236"/>
                </a:cubicBezTo>
                <a:cubicBezTo>
                  <a:pt x="51966" y="62402"/>
                  <a:pt x="47953" y="67087"/>
                  <a:pt x="44086" y="71866"/>
                </a:cubicBezTo>
                <a:lnTo>
                  <a:pt x="44086" y="71866"/>
                </a:lnTo>
                <a:cubicBezTo>
                  <a:pt x="43682" y="66321"/>
                  <a:pt x="42926" y="60806"/>
                  <a:pt x="41817" y="55360"/>
                </a:cubicBezTo>
                <a:cubicBezTo>
                  <a:pt x="41400" y="53255"/>
                  <a:pt x="40945" y="51132"/>
                  <a:pt x="40376" y="49066"/>
                </a:cubicBezTo>
                <a:cubicBezTo>
                  <a:pt x="39921" y="47379"/>
                  <a:pt x="39315" y="45673"/>
                  <a:pt x="38310" y="44213"/>
                </a:cubicBezTo>
                <a:cubicBezTo>
                  <a:pt x="36130" y="41104"/>
                  <a:pt x="32301" y="40175"/>
                  <a:pt x="28737" y="39739"/>
                </a:cubicBezTo>
                <a:cubicBezTo>
                  <a:pt x="27406" y="39567"/>
                  <a:pt x="26076" y="39485"/>
                  <a:pt x="24745" y="39485"/>
                </a:cubicBezTo>
                <a:cubicBezTo>
                  <a:pt x="23877" y="39485"/>
                  <a:pt x="23008" y="39520"/>
                  <a:pt x="22140" y="39587"/>
                </a:cubicBezTo>
                <a:cubicBezTo>
                  <a:pt x="21041" y="39680"/>
                  <a:pt x="19854" y="39911"/>
                  <a:pt x="18707" y="39911"/>
                </a:cubicBezTo>
                <a:cubicBezTo>
                  <a:pt x="17736" y="39911"/>
                  <a:pt x="16794" y="39745"/>
                  <a:pt x="15960" y="39189"/>
                </a:cubicBezTo>
                <a:cubicBezTo>
                  <a:pt x="14519" y="38204"/>
                  <a:pt x="13780" y="36479"/>
                  <a:pt x="13173" y="34924"/>
                </a:cubicBezTo>
                <a:cubicBezTo>
                  <a:pt x="12339" y="32820"/>
                  <a:pt x="11543" y="30735"/>
                  <a:pt x="10728" y="28630"/>
                </a:cubicBezTo>
                <a:cubicBezTo>
                  <a:pt x="7505" y="20194"/>
                  <a:pt x="4377" y="11721"/>
                  <a:pt x="1344" y="3228"/>
                </a:cubicBezTo>
                <a:cubicBezTo>
                  <a:pt x="965" y="2166"/>
                  <a:pt x="586" y="1124"/>
                  <a:pt x="226" y="62"/>
                </a:cubicBezTo>
                <a:cubicBezTo>
                  <a:pt x="204" y="19"/>
                  <a:pt x="163" y="0"/>
                  <a:pt x="124" y="0"/>
                </a:cubicBezTo>
                <a:close/>
              </a:path>
            </a:pathLst>
          </a:custGeom>
          <a:solidFill>
            <a:srgbClr val="1C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6" name="Google Shape;296;p5"/>
          <p:cNvSpPr/>
          <p:nvPr/>
        </p:nvSpPr>
        <p:spPr>
          <a:xfrm rot="-7689947">
            <a:off x="8072325" y="4598041"/>
            <a:ext cx="2264989" cy="2165745"/>
          </a:xfrm>
          <a:custGeom>
            <a:avLst/>
            <a:gdLst/>
            <a:ahLst/>
            <a:cxnLst/>
            <a:rect l="l" t="t" r="r" b="b"/>
            <a:pathLst>
              <a:path w="21339" h="20404" extrusionOk="0">
                <a:moveTo>
                  <a:pt x="95" y="0"/>
                </a:moveTo>
                <a:cubicBezTo>
                  <a:pt x="50" y="0"/>
                  <a:pt x="0" y="36"/>
                  <a:pt x="12" y="93"/>
                </a:cubicBezTo>
                <a:cubicBezTo>
                  <a:pt x="485" y="2330"/>
                  <a:pt x="1054" y="4567"/>
                  <a:pt x="1680" y="6766"/>
                </a:cubicBezTo>
                <a:cubicBezTo>
                  <a:pt x="2324" y="8965"/>
                  <a:pt x="3045" y="11126"/>
                  <a:pt x="3822" y="13249"/>
                </a:cubicBezTo>
                <a:cubicBezTo>
                  <a:pt x="4220" y="14330"/>
                  <a:pt x="4618" y="15391"/>
                  <a:pt x="5054" y="16453"/>
                </a:cubicBezTo>
                <a:cubicBezTo>
                  <a:pt x="5225" y="16889"/>
                  <a:pt x="5433" y="17287"/>
                  <a:pt x="5699" y="17666"/>
                </a:cubicBezTo>
                <a:cubicBezTo>
                  <a:pt x="5926" y="17988"/>
                  <a:pt x="6267" y="18216"/>
                  <a:pt x="6646" y="18348"/>
                </a:cubicBezTo>
                <a:cubicBezTo>
                  <a:pt x="6705" y="18361"/>
                  <a:pt x="6764" y="18368"/>
                  <a:pt x="6823" y="18368"/>
                </a:cubicBezTo>
                <a:cubicBezTo>
                  <a:pt x="7107" y="18368"/>
                  <a:pt x="7384" y="18221"/>
                  <a:pt x="7556" y="17969"/>
                </a:cubicBezTo>
                <a:cubicBezTo>
                  <a:pt x="7746" y="17609"/>
                  <a:pt x="7784" y="17173"/>
                  <a:pt x="7708" y="16775"/>
                </a:cubicBezTo>
                <a:cubicBezTo>
                  <a:pt x="7519" y="15770"/>
                  <a:pt x="7253" y="14784"/>
                  <a:pt x="6893" y="13837"/>
                </a:cubicBezTo>
                <a:cubicBezTo>
                  <a:pt x="6248" y="11941"/>
                  <a:pt x="5414" y="9969"/>
                  <a:pt x="5528" y="7922"/>
                </a:cubicBezTo>
                <a:cubicBezTo>
                  <a:pt x="5543" y="7707"/>
                  <a:pt x="5559" y="7504"/>
                  <a:pt x="5594" y="7294"/>
                </a:cubicBezTo>
                <a:lnTo>
                  <a:pt x="5594" y="7294"/>
                </a:lnTo>
                <a:cubicBezTo>
                  <a:pt x="6312" y="7702"/>
                  <a:pt x="6661" y="8502"/>
                  <a:pt x="6893" y="9268"/>
                </a:cubicBezTo>
                <a:cubicBezTo>
                  <a:pt x="7234" y="10349"/>
                  <a:pt x="7519" y="11467"/>
                  <a:pt x="7822" y="12567"/>
                </a:cubicBezTo>
                <a:lnTo>
                  <a:pt x="8789" y="16036"/>
                </a:lnTo>
                <a:cubicBezTo>
                  <a:pt x="8940" y="16604"/>
                  <a:pt x="9111" y="17173"/>
                  <a:pt x="9263" y="17742"/>
                </a:cubicBezTo>
                <a:cubicBezTo>
                  <a:pt x="9376" y="18216"/>
                  <a:pt x="9509" y="18652"/>
                  <a:pt x="9699" y="19107"/>
                </a:cubicBezTo>
                <a:cubicBezTo>
                  <a:pt x="9966" y="19713"/>
                  <a:pt x="10452" y="20404"/>
                  <a:pt x="11172" y="20404"/>
                </a:cubicBezTo>
                <a:cubicBezTo>
                  <a:pt x="11217" y="20404"/>
                  <a:pt x="11263" y="20401"/>
                  <a:pt x="11310" y="20396"/>
                </a:cubicBezTo>
                <a:cubicBezTo>
                  <a:pt x="11708" y="20339"/>
                  <a:pt x="12068" y="20092"/>
                  <a:pt x="12258" y="19732"/>
                </a:cubicBezTo>
                <a:cubicBezTo>
                  <a:pt x="12485" y="19334"/>
                  <a:pt x="12580" y="18860"/>
                  <a:pt x="12504" y="18405"/>
                </a:cubicBezTo>
                <a:cubicBezTo>
                  <a:pt x="12390" y="17855"/>
                  <a:pt x="12239" y="17306"/>
                  <a:pt x="12030" y="16794"/>
                </a:cubicBezTo>
                <a:cubicBezTo>
                  <a:pt x="11841" y="16263"/>
                  <a:pt x="11651" y="15713"/>
                  <a:pt x="11462" y="15183"/>
                </a:cubicBezTo>
                <a:cubicBezTo>
                  <a:pt x="11101" y="14083"/>
                  <a:pt x="10779" y="12965"/>
                  <a:pt x="10457" y="11865"/>
                </a:cubicBezTo>
                <a:cubicBezTo>
                  <a:pt x="10154" y="10766"/>
                  <a:pt x="9869" y="9628"/>
                  <a:pt x="9623" y="8491"/>
                </a:cubicBezTo>
                <a:cubicBezTo>
                  <a:pt x="9414" y="7486"/>
                  <a:pt x="9168" y="6424"/>
                  <a:pt x="9414" y="5420"/>
                </a:cubicBezTo>
                <a:cubicBezTo>
                  <a:pt x="9462" y="5197"/>
                  <a:pt x="9536" y="5002"/>
                  <a:pt x="9626" y="4810"/>
                </a:cubicBezTo>
                <a:lnTo>
                  <a:pt x="9626" y="4810"/>
                </a:lnTo>
                <a:cubicBezTo>
                  <a:pt x="11118" y="5773"/>
                  <a:pt x="11814" y="7472"/>
                  <a:pt x="12239" y="9135"/>
                </a:cubicBezTo>
                <a:cubicBezTo>
                  <a:pt x="12485" y="10026"/>
                  <a:pt x="12637" y="10936"/>
                  <a:pt x="12807" y="11846"/>
                </a:cubicBezTo>
                <a:cubicBezTo>
                  <a:pt x="13035" y="13040"/>
                  <a:pt x="13300" y="14216"/>
                  <a:pt x="13623" y="15391"/>
                </a:cubicBezTo>
                <a:cubicBezTo>
                  <a:pt x="13945" y="16547"/>
                  <a:pt x="14324" y="17723"/>
                  <a:pt x="14741" y="18879"/>
                </a:cubicBezTo>
                <a:cubicBezTo>
                  <a:pt x="14912" y="19315"/>
                  <a:pt x="15063" y="19827"/>
                  <a:pt x="15480" y="20092"/>
                </a:cubicBezTo>
                <a:cubicBezTo>
                  <a:pt x="15595" y="20165"/>
                  <a:pt x="15723" y="20199"/>
                  <a:pt x="15849" y="20199"/>
                </a:cubicBezTo>
                <a:cubicBezTo>
                  <a:pt x="16119" y="20199"/>
                  <a:pt x="16382" y="20042"/>
                  <a:pt x="16485" y="19770"/>
                </a:cubicBezTo>
                <a:cubicBezTo>
                  <a:pt x="16694" y="19334"/>
                  <a:pt x="16675" y="18765"/>
                  <a:pt x="16656" y="18292"/>
                </a:cubicBezTo>
                <a:cubicBezTo>
                  <a:pt x="16637" y="17723"/>
                  <a:pt x="16542" y="17154"/>
                  <a:pt x="16428" y="16585"/>
                </a:cubicBezTo>
                <a:cubicBezTo>
                  <a:pt x="16125" y="15467"/>
                  <a:pt x="15746" y="14348"/>
                  <a:pt x="15291" y="13268"/>
                </a:cubicBezTo>
                <a:cubicBezTo>
                  <a:pt x="14419" y="10993"/>
                  <a:pt x="13793" y="8623"/>
                  <a:pt x="13433" y="6216"/>
                </a:cubicBezTo>
                <a:cubicBezTo>
                  <a:pt x="13360" y="5689"/>
                  <a:pt x="13392" y="4465"/>
                  <a:pt x="14163" y="4465"/>
                </a:cubicBezTo>
                <a:cubicBezTo>
                  <a:pt x="14197" y="4465"/>
                  <a:pt x="14231" y="4467"/>
                  <a:pt x="14267" y="4472"/>
                </a:cubicBezTo>
                <a:cubicBezTo>
                  <a:pt x="14741" y="4548"/>
                  <a:pt x="15025" y="5060"/>
                  <a:pt x="15234" y="5439"/>
                </a:cubicBezTo>
                <a:cubicBezTo>
                  <a:pt x="15499" y="5913"/>
                  <a:pt x="15727" y="6406"/>
                  <a:pt x="15935" y="6898"/>
                </a:cubicBezTo>
                <a:cubicBezTo>
                  <a:pt x="16732" y="8946"/>
                  <a:pt x="17111" y="11107"/>
                  <a:pt x="17452" y="13268"/>
                </a:cubicBezTo>
                <a:cubicBezTo>
                  <a:pt x="17623" y="14348"/>
                  <a:pt x="17793" y="15429"/>
                  <a:pt x="18002" y="16510"/>
                </a:cubicBezTo>
                <a:cubicBezTo>
                  <a:pt x="18096" y="17040"/>
                  <a:pt x="18229" y="17590"/>
                  <a:pt x="18362" y="18121"/>
                </a:cubicBezTo>
                <a:cubicBezTo>
                  <a:pt x="18476" y="18557"/>
                  <a:pt x="18627" y="19031"/>
                  <a:pt x="18968" y="19334"/>
                </a:cubicBezTo>
                <a:cubicBezTo>
                  <a:pt x="19197" y="19533"/>
                  <a:pt x="19456" y="19618"/>
                  <a:pt x="19715" y="19618"/>
                </a:cubicBezTo>
                <a:cubicBezTo>
                  <a:pt x="20273" y="19618"/>
                  <a:pt x="20833" y="19220"/>
                  <a:pt x="21092" y="18690"/>
                </a:cubicBezTo>
                <a:cubicBezTo>
                  <a:pt x="21300" y="18178"/>
                  <a:pt x="21338" y="17628"/>
                  <a:pt x="21205" y="17078"/>
                </a:cubicBezTo>
                <a:cubicBezTo>
                  <a:pt x="21111" y="16472"/>
                  <a:pt x="20902" y="15884"/>
                  <a:pt x="20731" y="15277"/>
                </a:cubicBezTo>
                <a:lnTo>
                  <a:pt x="18684" y="7903"/>
                </a:lnTo>
                <a:cubicBezTo>
                  <a:pt x="18514" y="7315"/>
                  <a:pt x="18362" y="6728"/>
                  <a:pt x="18191" y="6102"/>
                </a:cubicBezTo>
                <a:cubicBezTo>
                  <a:pt x="18162" y="6043"/>
                  <a:pt x="18106" y="6015"/>
                  <a:pt x="18051" y="6015"/>
                </a:cubicBezTo>
                <a:cubicBezTo>
                  <a:pt x="17966" y="6015"/>
                  <a:pt x="17884" y="6082"/>
                  <a:pt x="17907" y="6197"/>
                </a:cubicBezTo>
                <a:cubicBezTo>
                  <a:pt x="18589" y="8623"/>
                  <a:pt x="19253" y="11050"/>
                  <a:pt x="19935" y="13476"/>
                </a:cubicBezTo>
                <a:lnTo>
                  <a:pt x="20428" y="15315"/>
                </a:lnTo>
                <a:cubicBezTo>
                  <a:pt x="20599" y="15903"/>
                  <a:pt x="20788" y="16491"/>
                  <a:pt x="20902" y="17078"/>
                </a:cubicBezTo>
                <a:cubicBezTo>
                  <a:pt x="21016" y="17609"/>
                  <a:pt x="21035" y="18216"/>
                  <a:pt x="20750" y="18690"/>
                </a:cubicBezTo>
                <a:cubicBezTo>
                  <a:pt x="20542" y="19050"/>
                  <a:pt x="20144" y="19296"/>
                  <a:pt x="19727" y="19334"/>
                </a:cubicBezTo>
                <a:cubicBezTo>
                  <a:pt x="19253" y="19334"/>
                  <a:pt x="18950" y="18917"/>
                  <a:pt x="18798" y="18519"/>
                </a:cubicBezTo>
                <a:cubicBezTo>
                  <a:pt x="18627" y="18026"/>
                  <a:pt x="18495" y="17533"/>
                  <a:pt x="18400" y="17040"/>
                </a:cubicBezTo>
                <a:cubicBezTo>
                  <a:pt x="18172" y="15979"/>
                  <a:pt x="17983" y="14898"/>
                  <a:pt x="17812" y="13837"/>
                </a:cubicBezTo>
                <a:cubicBezTo>
                  <a:pt x="17452" y="11713"/>
                  <a:pt x="17130" y="9571"/>
                  <a:pt x="16428" y="7524"/>
                </a:cubicBezTo>
                <a:cubicBezTo>
                  <a:pt x="16239" y="7031"/>
                  <a:pt x="16049" y="6538"/>
                  <a:pt x="15822" y="6064"/>
                </a:cubicBezTo>
                <a:cubicBezTo>
                  <a:pt x="15632" y="5590"/>
                  <a:pt x="15386" y="5154"/>
                  <a:pt x="15082" y="4756"/>
                </a:cubicBezTo>
                <a:cubicBezTo>
                  <a:pt x="14841" y="4446"/>
                  <a:pt x="14506" y="4199"/>
                  <a:pt x="14120" y="4199"/>
                </a:cubicBezTo>
                <a:cubicBezTo>
                  <a:pt x="14081" y="4199"/>
                  <a:pt x="14042" y="4201"/>
                  <a:pt x="14002" y="4207"/>
                </a:cubicBezTo>
                <a:cubicBezTo>
                  <a:pt x="13661" y="4282"/>
                  <a:pt x="13395" y="4529"/>
                  <a:pt x="13281" y="4851"/>
                </a:cubicBezTo>
                <a:cubicBezTo>
                  <a:pt x="13149" y="5230"/>
                  <a:pt x="13092" y="5609"/>
                  <a:pt x="13130" y="6007"/>
                </a:cubicBezTo>
                <a:cubicBezTo>
                  <a:pt x="13187" y="6538"/>
                  <a:pt x="13281" y="7088"/>
                  <a:pt x="13395" y="7619"/>
                </a:cubicBezTo>
                <a:cubicBezTo>
                  <a:pt x="13623" y="8794"/>
                  <a:pt x="13907" y="9969"/>
                  <a:pt x="14267" y="11126"/>
                </a:cubicBezTo>
                <a:cubicBezTo>
                  <a:pt x="14608" y="12244"/>
                  <a:pt x="15044" y="13344"/>
                  <a:pt x="15442" y="14443"/>
                </a:cubicBezTo>
                <a:cubicBezTo>
                  <a:pt x="15879" y="15524"/>
                  <a:pt x="16182" y="16642"/>
                  <a:pt x="16333" y="17799"/>
                </a:cubicBezTo>
                <a:cubicBezTo>
                  <a:pt x="16409" y="18329"/>
                  <a:pt x="16390" y="18879"/>
                  <a:pt x="16296" y="19410"/>
                </a:cubicBezTo>
                <a:cubicBezTo>
                  <a:pt x="16277" y="19618"/>
                  <a:pt x="16144" y="19789"/>
                  <a:pt x="15973" y="19884"/>
                </a:cubicBezTo>
                <a:cubicBezTo>
                  <a:pt x="15943" y="19889"/>
                  <a:pt x="15912" y="19892"/>
                  <a:pt x="15882" y="19892"/>
                </a:cubicBezTo>
                <a:cubicBezTo>
                  <a:pt x="15710" y="19892"/>
                  <a:pt x="15558" y="19802"/>
                  <a:pt x="15461" y="19656"/>
                </a:cubicBezTo>
                <a:cubicBezTo>
                  <a:pt x="15329" y="19467"/>
                  <a:pt x="15215" y="19258"/>
                  <a:pt x="15139" y="19031"/>
                </a:cubicBezTo>
                <a:cubicBezTo>
                  <a:pt x="15025" y="18746"/>
                  <a:pt x="14912" y="18481"/>
                  <a:pt x="14817" y="18197"/>
                </a:cubicBezTo>
                <a:cubicBezTo>
                  <a:pt x="14608" y="17628"/>
                  <a:pt x="14419" y="17059"/>
                  <a:pt x="14248" y="16491"/>
                </a:cubicBezTo>
                <a:cubicBezTo>
                  <a:pt x="13888" y="15353"/>
                  <a:pt x="13566" y="14178"/>
                  <a:pt x="13300" y="13003"/>
                </a:cubicBezTo>
                <a:cubicBezTo>
                  <a:pt x="13073" y="12017"/>
                  <a:pt x="12921" y="11031"/>
                  <a:pt x="12694" y="10045"/>
                </a:cubicBezTo>
                <a:cubicBezTo>
                  <a:pt x="12334" y="8377"/>
                  <a:pt x="11822" y="6576"/>
                  <a:pt x="10590" y="5306"/>
                </a:cubicBezTo>
                <a:cubicBezTo>
                  <a:pt x="10305" y="5022"/>
                  <a:pt x="9983" y="4756"/>
                  <a:pt x="9623" y="4548"/>
                </a:cubicBezTo>
                <a:cubicBezTo>
                  <a:pt x="9603" y="4534"/>
                  <a:pt x="9580" y="4528"/>
                  <a:pt x="9558" y="4528"/>
                </a:cubicBezTo>
                <a:cubicBezTo>
                  <a:pt x="9517" y="4528"/>
                  <a:pt x="9477" y="4549"/>
                  <a:pt x="9452" y="4586"/>
                </a:cubicBezTo>
                <a:cubicBezTo>
                  <a:pt x="8978" y="5458"/>
                  <a:pt x="9016" y="6481"/>
                  <a:pt x="9168" y="7448"/>
                </a:cubicBezTo>
                <a:cubicBezTo>
                  <a:pt x="9338" y="8510"/>
                  <a:pt x="9604" y="9571"/>
                  <a:pt x="9869" y="10633"/>
                </a:cubicBezTo>
                <a:cubicBezTo>
                  <a:pt x="10438" y="12832"/>
                  <a:pt x="11101" y="14993"/>
                  <a:pt x="11879" y="17135"/>
                </a:cubicBezTo>
                <a:cubicBezTo>
                  <a:pt x="12182" y="18007"/>
                  <a:pt x="12618" y="19182"/>
                  <a:pt x="11784" y="19922"/>
                </a:cubicBezTo>
                <a:cubicBezTo>
                  <a:pt x="11612" y="20082"/>
                  <a:pt x="11386" y="20166"/>
                  <a:pt x="11158" y="20166"/>
                </a:cubicBezTo>
                <a:cubicBezTo>
                  <a:pt x="11008" y="20166"/>
                  <a:pt x="10858" y="20130"/>
                  <a:pt x="10722" y="20055"/>
                </a:cubicBezTo>
                <a:cubicBezTo>
                  <a:pt x="10400" y="19827"/>
                  <a:pt x="10172" y="19524"/>
                  <a:pt x="10021" y="19182"/>
                </a:cubicBezTo>
                <a:cubicBezTo>
                  <a:pt x="9831" y="18784"/>
                  <a:pt x="9699" y="18367"/>
                  <a:pt x="9585" y="17950"/>
                </a:cubicBezTo>
                <a:lnTo>
                  <a:pt x="9111" y="16244"/>
                </a:lnTo>
                <a:lnTo>
                  <a:pt x="8125" y="12832"/>
                </a:lnTo>
                <a:cubicBezTo>
                  <a:pt x="7822" y="11732"/>
                  <a:pt x="7519" y="10614"/>
                  <a:pt x="7177" y="9514"/>
                </a:cubicBezTo>
                <a:cubicBezTo>
                  <a:pt x="6950" y="8737"/>
                  <a:pt x="6665" y="7903"/>
                  <a:pt x="6059" y="7353"/>
                </a:cubicBezTo>
                <a:cubicBezTo>
                  <a:pt x="5907" y="7221"/>
                  <a:pt x="5737" y="7107"/>
                  <a:pt x="5547" y="7012"/>
                </a:cubicBezTo>
                <a:cubicBezTo>
                  <a:pt x="5534" y="7008"/>
                  <a:pt x="5519" y="7005"/>
                  <a:pt x="5505" y="7005"/>
                </a:cubicBezTo>
                <a:cubicBezTo>
                  <a:pt x="5457" y="7005"/>
                  <a:pt x="5410" y="7030"/>
                  <a:pt x="5395" y="7088"/>
                </a:cubicBezTo>
                <a:cubicBezTo>
                  <a:pt x="5054" y="9041"/>
                  <a:pt x="5661" y="10936"/>
                  <a:pt x="6305" y="12775"/>
                </a:cubicBezTo>
                <a:cubicBezTo>
                  <a:pt x="6628" y="13723"/>
                  <a:pt x="6988" y="14671"/>
                  <a:pt x="7253" y="15638"/>
                </a:cubicBezTo>
                <a:cubicBezTo>
                  <a:pt x="7386" y="16093"/>
                  <a:pt x="7481" y="16566"/>
                  <a:pt x="7537" y="17059"/>
                </a:cubicBezTo>
                <a:cubicBezTo>
                  <a:pt x="7556" y="17457"/>
                  <a:pt x="7481" y="17969"/>
                  <a:pt x="7064" y="18121"/>
                </a:cubicBezTo>
                <a:cubicBezTo>
                  <a:pt x="6994" y="18147"/>
                  <a:pt x="6924" y="18158"/>
                  <a:pt x="6855" y="18158"/>
                </a:cubicBezTo>
                <a:cubicBezTo>
                  <a:pt x="6568" y="18158"/>
                  <a:pt x="6295" y="17959"/>
                  <a:pt x="6097" y="17761"/>
                </a:cubicBezTo>
                <a:cubicBezTo>
                  <a:pt x="5774" y="17438"/>
                  <a:pt x="5547" y="17059"/>
                  <a:pt x="5376" y="16642"/>
                </a:cubicBezTo>
                <a:cubicBezTo>
                  <a:pt x="4959" y="15619"/>
                  <a:pt x="4561" y="14595"/>
                  <a:pt x="4182" y="13571"/>
                </a:cubicBezTo>
                <a:cubicBezTo>
                  <a:pt x="3405" y="11505"/>
                  <a:pt x="2703" y="9401"/>
                  <a:pt x="2059" y="7278"/>
                </a:cubicBezTo>
                <a:cubicBezTo>
                  <a:pt x="1414" y="5154"/>
                  <a:pt x="846" y="3012"/>
                  <a:pt x="334" y="851"/>
                </a:cubicBezTo>
                <a:cubicBezTo>
                  <a:pt x="277" y="586"/>
                  <a:pt x="220" y="320"/>
                  <a:pt x="163" y="55"/>
                </a:cubicBezTo>
                <a:cubicBezTo>
                  <a:pt x="156" y="17"/>
                  <a:pt x="126" y="0"/>
                  <a:pt x="95" y="0"/>
                </a:cubicBezTo>
                <a:close/>
              </a:path>
            </a:pathLst>
          </a:custGeom>
          <a:solidFill>
            <a:srgbClr val="3C8D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6"/>
          <p:cNvPicPr preferRelativeResize="0"/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 rot="1326164" flipH="1">
            <a:off x="2960862" y="1361553"/>
            <a:ext cx="3222304" cy="2224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6"/>
          <p:cNvPicPr preferRelativeResize="0"/>
          <p:nvPr/>
        </p:nvPicPr>
        <p:blipFill>
          <a:blip r:embed="rId3">
            <a:alphaModFix amt="47000"/>
          </a:blip>
          <a:stretch>
            <a:fillRect/>
          </a:stretch>
        </p:blipFill>
        <p:spPr>
          <a:xfrm rot="1331770">
            <a:off x="-1977764" y="3821949"/>
            <a:ext cx="2989902" cy="24682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0" name="Google Shape;300;p6"/>
          <p:cNvGrpSpPr/>
          <p:nvPr/>
        </p:nvGrpSpPr>
        <p:grpSpPr>
          <a:xfrm rot="-987768">
            <a:off x="-733895" y="3875634"/>
            <a:ext cx="1344359" cy="1995308"/>
            <a:chOff x="272875" y="1527563"/>
            <a:chExt cx="255950" cy="455000"/>
          </a:xfrm>
        </p:grpSpPr>
        <p:sp>
          <p:nvSpPr>
            <p:cNvPr id="301" name="Google Shape;301;p6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3" name="Google Shape;303;p6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4" name="Google Shape;304;p6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5" name="Google Shape;305;p6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6" name="Google Shape;306;p6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7" name="Google Shape;307;p6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8" name="Google Shape;308;p6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9" name="Google Shape;309;p6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0" name="Google Shape;310;p6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1" name="Google Shape;311;p6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2" name="Google Shape;312;p6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3" name="Google Shape;313;p6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4" name="Google Shape;314;p6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5" name="Google Shape;315;p6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6" name="Google Shape;316;p6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7" name="Google Shape;317;p6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" name="Google Shape;318;p6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" name="Google Shape;319;p6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" name="Google Shape;320;p6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" name="Google Shape;321;p6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2" name="Google Shape;322;p6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" name="Google Shape;323;p6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" name="Google Shape;324;p6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5" name="Google Shape;325;p6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6" name="Google Shape;326;p6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" name="Google Shape;327;p6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" name="Google Shape;328;p6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" name="Google Shape;329;p6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" name="Google Shape;330;p6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1" name="Google Shape;331;p6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2" name="Google Shape;332;p6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" name="Google Shape;333;p6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" name="Google Shape;334;p6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5" name="Google Shape;335;p6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336" name="Google Shape;336;p6"/>
          <p:cNvPicPr preferRelativeResize="0"/>
          <p:nvPr/>
        </p:nvPicPr>
        <p:blipFill>
          <a:blip r:embed="rId4">
            <a:alphaModFix amt="74000"/>
          </a:blip>
          <a:stretch>
            <a:fillRect/>
          </a:stretch>
        </p:blipFill>
        <p:spPr>
          <a:xfrm flipH="1">
            <a:off x="7809444" y="4139664"/>
            <a:ext cx="2894870" cy="2593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6"/>
          <p:cNvPicPr preferRelativeResize="0"/>
          <p:nvPr/>
        </p:nvPicPr>
        <p:blipFill>
          <a:blip r:embed="rId5">
            <a:alphaModFix amt="62000"/>
          </a:blip>
          <a:stretch>
            <a:fillRect/>
          </a:stretch>
        </p:blipFill>
        <p:spPr>
          <a:xfrm rot="9368145" flipH="1">
            <a:off x="-1509155" y="-1246007"/>
            <a:ext cx="2894870" cy="259332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8" name="Google Shape;338;p6"/>
          <p:cNvGrpSpPr/>
          <p:nvPr/>
        </p:nvGrpSpPr>
        <p:grpSpPr>
          <a:xfrm rot="5400065">
            <a:off x="8667137" y="-1129839"/>
            <a:ext cx="1344377" cy="1995312"/>
            <a:chOff x="272875" y="1527563"/>
            <a:chExt cx="255950" cy="455000"/>
          </a:xfrm>
        </p:grpSpPr>
        <p:sp>
          <p:nvSpPr>
            <p:cNvPr id="339" name="Google Shape;339;p6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0" name="Google Shape;340;p6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1" name="Google Shape;341;p6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2" name="Google Shape;342;p6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3" name="Google Shape;343;p6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4" name="Google Shape;344;p6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5" name="Google Shape;345;p6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6" name="Google Shape;346;p6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7" name="Google Shape;347;p6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8" name="Google Shape;348;p6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9" name="Google Shape;349;p6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0" name="Google Shape;350;p6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1" name="Google Shape;351;p6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2" name="Google Shape;352;p6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3" name="Google Shape;353;p6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4" name="Google Shape;354;p6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5" name="Google Shape;355;p6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6" name="Google Shape;356;p6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7" name="Google Shape;357;p6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8" name="Google Shape;358;p6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9" name="Google Shape;359;p6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0" name="Google Shape;360;p6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1" name="Google Shape;361;p6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2" name="Google Shape;362;p6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3" name="Google Shape;363;p6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4" name="Google Shape;364;p6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5" name="Google Shape;365;p6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6" name="Google Shape;366;p6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7" name="Google Shape;367;p6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8" name="Google Shape;368;p6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9" name="Google Shape;369;p6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0" name="Google Shape;370;p6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1" name="Google Shape;371;p6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2" name="Google Shape;372;p6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3" name="Google Shape;373;p6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74" name="Google Shape;374;p6"/>
          <p:cNvSpPr txBox="1">
            <a:spLocks noGrp="1"/>
          </p:cNvSpPr>
          <p:nvPr>
            <p:ph type="title"/>
          </p:nvPr>
        </p:nvSpPr>
        <p:spPr>
          <a:xfrm>
            <a:off x="3566522" y="1727900"/>
            <a:ext cx="2028900" cy="17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375" name="Google Shape;375;p6"/>
          <p:cNvPicPr preferRelativeResize="0"/>
          <p:nvPr/>
        </p:nvPicPr>
        <p:blipFill>
          <a:blip r:embed="rId3">
            <a:alphaModFix amt="47000"/>
          </a:blip>
          <a:stretch>
            <a:fillRect/>
          </a:stretch>
        </p:blipFill>
        <p:spPr>
          <a:xfrm rot="-10643014">
            <a:off x="7943421" y="-1509312"/>
            <a:ext cx="2989903" cy="2468227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6"/>
          <p:cNvSpPr/>
          <p:nvPr/>
        </p:nvSpPr>
        <p:spPr>
          <a:xfrm rot="-7373435">
            <a:off x="3439495" y="5025020"/>
            <a:ext cx="2265005" cy="2165760"/>
          </a:xfrm>
          <a:custGeom>
            <a:avLst/>
            <a:gdLst/>
            <a:ahLst/>
            <a:cxnLst/>
            <a:rect l="l" t="t" r="r" b="b"/>
            <a:pathLst>
              <a:path w="21339" h="20404" extrusionOk="0">
                <a:moveTo>
                  <a:pt x="95" y="0"/>
                </a:moveTo>
                <a:cubicBezTo>
                  <a:pt x="50" y="0"/>
                  <a:pt x="0" y="36"/>
                  <a:pt x="12" y="93"/>
                </a:cubicBezTo>
                <a:cubicBezTo>
                  <a:pt x="485" y="2330"/>
                  <a:pt x="1054" y="4567"/>
                  <a:pt x="1680" y="6766"/>
                </a:cubicBezTo>
                <a:cubicBezTo>
                  <a:pt x="2324" y="8965"/>
                  <a:pt x="3045" y="11126"/>
                  <a:pt x="3822" y="13249"/>
                </a:cubicBezTo>
                <a:cubicBezTo>
                  <a:pt x="4220" y="14330"/>
                  <a:pt x="4618" y="15391"/>
                  <a:pt x="5054" y="16453"/>
                </a:cubicBezTo>
                <a:cubicBezTo>
                  <a:pt x="5225" y="16889"/>
                  <a:pt x="5433" y="17287"/>
                  <a:pt x="5699" y="17666"/>
                </a:cubicBezTo>
                <a:cubicBezTo>
                  <a:pt x="5926" y="17988"/>
                  <a:pt x="6267" y="18216"/>
                  <a:pt x="6646" y="18348"/>
                </a:cubicBezTo>
                <a:cubicBezTo>
                  <a:pt x="6705" y="18361"/>
                  <a:pt x="6764" y="18368"/>
                  <a:pt x="6823" y="18368"/>
                </a:cubicBezTo>
                <a:cubicBezTo>
                  <a:pt x="7107" y="18368"/>
                  <a:pt x="7384" y="18221"/>
                  <a:pt x="7556" y="17969"/>
                </a:cubicBezTo>
                <a:cubicBezTo>
                  <a:pt x="7746" y="17609"/>
                  <a:pt x="7784" y="17173"/>
                  <a:pt x="7708" y="16775"/>
                </a:cubicBezTo>
                <a:cubicBezTo>
                  <a:pt x="7519" y="15770"/>
                  <a:pt x="7253" y="14784"/>
                  <a:pt x="6893" y="13837"/>
                </a:cubicBezTo>
                <a:cubicBezTo>
                  <a:pt x="6248" y="11941"/>
                  <a:pt x="5414" y="9969"/>
                  <a:pt x="5528" y="7922"/>
                </a:cubicBezTo>
                <a:cubicBezTo>
                  <a:pt x="5543" y="7707"/>
                  <a:pt x="5559" y="7504"/>
                  <a:pt x="5594" y="7294"/>
                </a:cubicBezTo>
                <a:lnTo>
                  <a:pt x="5594" y="7294"/>
                </a:lnTo>
                <a:cubicBezTo>
                  <a:pt x="6312" y="7702"/>
                  <a:pt x="6661" y="8502"/>
                  <a:pt x="6893" y="9268"/>
                </a:cubicBezTo>
                <a:cubicBezTo>
                  <a:pt x="7234" y="10349"/>
                  <a:pt x="7519" y="11467"/>
                  <a:pt x="7822" y="12567"/>
                </a:cubicBezTo>
                <a:lnTo>
                  <a:pt x="8789" y="16036"/>
                </a:lnTo>
                <a:cubicBezTo>
                  <a:pt x="8940" y="16604"/>
                  <a:pt x="9111" y="17173"/>
                  <a:pt x="9263" y="17742"/>
                </a:cubicBezTo>
                <a:cubicBezTo>
                  <a:pt x="9376" y="18216"/>
                  <a:pt x="9509" y="18652"/>
                  <a:pt x="9699" y="19107"/>
                </a:cubicBezTo>
                <a:cubicBezTo>
                  <a:pt x="9966" y="19713"/>
                  <a:pt x="10452" y="20404"/>
                  <a:pt x="11172" y="20404"/>
                </a:cubicBezTo>
                <a:cubicBezTo>
                  <a:pt x="11217" y="20404"/>
                  <a:pt x="11263" y="20401"/>
                  <a:pt x="11310" y="20396"/>
                </a:cubicBezTo>
                <a:cubicBezTo>
                  <a:pt x="11708" y="20339"/>
                  <a:pt x="12068" y="20092"/>
                  <a:pt x="12258" y="19732"/>
                </a:cubicBezTo>
                <a:cubicBezTo>
                  <a:pt x="12485" y="19334"/>
                  <a:pt x="12580" y="18860"/>
                  <a:pt x="12504" y="18405"/>
                </a:cubicBezTo>
                <a:cubicBezTo>
                  <a:pt x="12390" y="17855"/>
                  <a:pt x="12239" y="17306"/>
                  <a:pt x="12030" y="16794"/>
                </a:cubicBezTo>
                <a:cubicBezTo>
                  <a:pt x="11841" y="16263"/>
                  <a:pt x="11651" y="15713"/>
                  <a:pt x="11462" y="15183"/>
                </a:cubicBezTo>
                <a:cubicBezTo>
                  <a:pt x="11101" y="14083"/>
                  <a:pt x="10779" y="12965"/>
                  <a:pt x="10457" y="11865"/>
                </a:cubicBezTo>
                <a:cubicBezTo>
                  <a:pt x="10154" y="10766"/>
                  <a:pt x="9869" y="9628"/>
                  <a:pt x="9623" y="8491"/>
                </a:cubicBezTo>
                <a:cubicBezTo>
                  <a:pt x="9414" y="7486"/>
                  <a:pt x="9168" y="6424"/>
                  <a:pt x="9414" y="5420"/>
                </a:cubicBezTo>
                <a:cubicBezTo>
                  <a:pt x="9462" y="5197"/>
                  <a:pt x="9536" y="5002"/>
                  <a:pt x="9626" y="4810"/>
                </a:cubicBezTo>
                <a:lnTo>
                  <a:pt x="9626" y="4810"/>
                </a:lnTo>
                <a:cubicBezTo>
                  <a:pt x="11118" y="5773"/>
                  <a:pt x="11814" y="7472"/>
                  <a:pt x="12239" y="9135"/>
                </a:cubicBezTo>
                <a:cubicBezTo>
                  <a:pt x="12485" y="10026"/>
                  <a:pt x="12637" y="10936"/>
                  <a:pt x="12807" y="11846"/>
                </a:cubicBezTo>
                <a:cubicBezTo>
                  <a:pt x="13035" y="13040"/>
                  <a:pt x="13300" y="14216"/>
                  <a:pt x="13623" y="15391"/>
                </a:cubicBezTo>
                <a:cubicBezTo>
                  <a:pt x="13945" y="16547"/>
                  <a:pt x="14324" y="17723"/>
                  <a:pt x="14741" y="18879"/>
                </a:cubicBezTo>
                <a:cubicBezTo>
                  <a:pt x="14912" y="19315"/>
                  <a:pt x="15063" y="19827"/>
                  <a:pt x="15480" y="20092"/>
                </a:cubicBezTo>
                <a:cubicBezTo>
                  <a:pt x="15595" y="20165"/>
                  <a:pt x="15723" y="20199"/>
                  <a:pt x="15849" y="20199"/>
                </a:cubicBezTo>
                <a:cubicBezTo>
                  <a:pt x="16119" y="20199"/>
                  <a:pt x="16382" y="20042"/>
                  <a:pt x="16485" y="19770"/>
                </a:cubicBezTo>
                <a:cubicBezTo>
                  <a:pt x="16694" y="19334"/>
                  <a:pt x="16675" y="18765"/>
                  <a:pt x="16656" y="18292"/>
                </a:cubicBezTo>
                <a:cubicBezTo>
                  <a:pt x="16637" y="17723"/>
                  <a:pt x="16542" y="17154"/>
                  <a:pt x="16428" y="16585"/>
                </a:cubicBezTo>
                <a:cubicBezTo>
                  <a:pt x="16125" y="15467"/>
                  <a:pt x="15746" y="14348"/>
                  <a:pt x="15291" y="13268"/>
                </a:cubicBezTo>
                <a:cubicBezTo>
                  <a:pt x="14419" y="10993"/>
                  <a:pt x="13793" y="8623"/>
                  <a:pt x="13433" y="6216"/>
                </a:cubicBezTo>
                <a:cubicBezTo>
                  <a:pt x="13360" y="5689"/>
                  <a:pt x="13392" y="4465"/>
                  <a:pt x="14163" y="4465"/>
                </a:cubicBezTo>
                <a:cubicBezTo>
                  <a:pt x="14197" y="4465"/>
                  <a:pt x="14231" y="4467"/>
                  <a:pt x="14267" y="4472"/>
                </a:cubicBezTo>
                <a:cubicBezTo>
                  <a:pt x="14741" y="4548"/>
                  <a:pt x="15025" y="5060"/>
                  <a:pt x="15234" y="5439"/>
                </a:cubicBezTo>
                <a:cubicBezTo>
                  <a:pt x="15499" y="5913"/>
                  <a:pt x="15727" y="6406"/>
                  <a:pt x="15935" y="6898"/>
                </a:cubicBezTo>
                <a:cubicBezTo>
                  <a:pt x="16732" y="8946"/>
                  <a:pt x="17111" y="11107"/>
                  <a:pt x="17452" y="13268"/>
                </a:cubicBezTo>
                <a:cubicBezTo>
                  <a:pt x="17623" y="14348"/>
                  <a:pt x="17793" y="15429"/>
                  <a:pt x="18002" y="16510"/>
                </a:cubicBezTo>
                <a:cubicBezTo>
                  <a:pt x="18096" y="17040"/>
                  <a:pt x="18229" y="17590"/>
                  <a:pt x="18362" y="18121"/>
                </a:cubicBezTo>
                <a:cubicBezTo>
                  <a:pt x="18476" y="18557"/>
                  <a:pt x="18627" y="19031"/>
                  <a:pt x="18968" y="19334"/>
                </a:cubicBezTo>
                <a:cubicBezTo>
                  <a:pt x="19197" y="19533"/>
                  <a:pt x="19456" y="19618"/>
                  <a:pt x="19715" y="19618"/>
                </a:cubicBezTo>
                <a:cubicBezTo>
                  <a:pt x="20273" y="19618"/>
                  <a:pt x="20833" y="19220"/>
                  <a:pt x="21092" y="18690"/>
                </a:cubicBezTo>
                <a:cubicBezTo>
                  <a:pt x="21300" y="18178"/>
                  <a:pt x="21338" y="17628"/>
                  <a:pt x="21205" y="17078"/>
                </a:cubicBezTo>
                <a:cubicBezTo>
                  <a:pt x="21111" y="16472"/>
                  <a:pt x="20902" y="15884"/>
                  <a:pt x="20731" y="15277"/>
                </a:cubicBezTo>
                <a:lnTo>
                  <a:pt x="18684" y="7903"/>
                </a:lnTo>
                <a:cubicBezTo>
                  <a:pt x="18514" y="7315"/>
                  <a:pt x="18362" y="6728"/>
                  <a:pt x="18191" y="6102"/>
                </a:cubicBezTo>
                <a:cubicBezTo>
                  <a:pt x="18162" y="6043"/>
                  <a:pt x="18106" y="6015"/>
                  <a:pt x="18051" y="6015"/>
                </a:cubicBezTo>
                <a:cubicBezTo>
                  <a:pt x="17966" y="6015"/>
                  <a:pt x="17884" y="6082"/>
                  <a:pt x="17907" y="6197"/>
                </a:cubicBezTo>
                <a:cubicBezTo>
                  <a:pt x="18589" y="8623"/>
                  <a:pt x="19253" y="11050"/>
                  <a:pt x="19935" y="13476"/>
                </a:cubicBezTo>
                <a:lnTo>
                  <a:pt x="20428" y="15315"/>
                </a:lnTo>
                <a:cubicBezTo>
                  <a:pt x="20599" y="15903"/>
                  <a:pt x="20788" y="16491"/>
                  <a:pt x="20902" y="17078"/>
                </a:cubicBezTo>
                <a:cubicBezTo>
                  <a:pt x="21016" y="17609"/>
                  <a:pt x="21035" y="18216"/>
                  <a:pt x="20750" y="18690"/>
                </a:cubicBezTo>
                <a:cubicBezTo>
                  <a:pt x="20542" y="19050"/>
                  <a:pt x="20144" y="19296"/>
                  <a:pt x="19727" y="19334"/>
                </a:cubicBezTo>
                <a:cubicBezTo>
                  <a:pt x="19253" y="19334"/>
                  <a:pt x="18950" y="18917"/>
                  <a:pt x="18798" y="18519"/>
                </a:cubicBezTo>
                <a:cubicBezTo>
                  <a:pt x="18627" y="18026"/>
                  <a:pt x="18495" y="17533"/>
                  <a:pt x="18400" y="17040"/>
                </a:cubicBezTo>
                <a:cubicBezTo>
                  <a:pt x="18172" y="15979"/>
                  <a:pt x="17983" y="14898"/>
                  <a:pt x="17812" y="13837"/>
                </a:cubicBezTo>
                <a:cubicBezTo>
                  <a:pt x="17452" y="11713"/>
                  <a:pt x="17130" y="9571"/>
                  <a:pt x="16428" y="7524"/>
                </a:cubicBezTo>
                <a:cubicBezTo>
                  <a:pt x="16239" y="7031"/>
                  <a:pt x="16049" y="6538"/>
                  <a:pt x="15822" y="6064"/>
                </a:cubicBezTo>
                <a:cubicBezTo>
                  <a:pt x="15632" y="5590"/>
                  <a:pt x="15386" y="5154"/>
                  <a:pt x="15082" y="4756"/>
                </a:cubicBezTo>
                <a:cubicBezTo>
                  <a:pt x="14841" y="4446"/>
                  <a:pt x="14506" y="4199"/>
                  <a:pt x="14120" y="4199"/>
                </a:cubicBezTo>
                <a:cubicBezTo>
                  <a:pt x="14081" y="4199"/>
                  <a:pt x="14042" y="4201"/>
                  <a:pt x="14002" y="4207"/>
                </a:cubicBezTo>
                <a:cubicBezTo>
                  <a:pt x="13661" y="4282"/>
                  <a:pt x="13395" y="4529"/>
                  <a:pt x="13281" y="4851"/>
                </a:cubicBezTo>
                <a:cubicBezTo>
                  <a:pt x="13149" y="5230"/>
                  <a:pt x="13092" y="5609"/>
                  <a:pt x="13130" y="6007"/>
                </a:cubicBezTo>
                <a:cubicBezTo>
                  <a:pt x="13187" y="6538"/>
                  <a:pt x="13281" y="7088"/>
                  <a:pt x="13395" y="7619"/>
                </a:cubicBezTo>
                <a:cubicBezTo>
                  <a:pt x="13623" y="8794"/>
                  <a:pt x="13907" y="9969"/>
                  <a:pt x="14267" y="11126"/>
                </a:cubicBezTo>
                <a:cubicBezTo>
                  <a:pt x="14608" y="12244"/>
                  <a:pt x="15044" y="13344"/>
                  <a:pt x="15442" y="14443"/>
                </a:cubicBezTo>
                <a:cubicBezTo>
                  <a:pt x="15879" y="15524"/>
                  <a:pt x="16182" y="16642"/>
                  <a:pt x="16333" y="17799"/>
                </a:cubicBezTo>
                <a:cubicBezTo>
                  <a:pt x="16409" y="18329"/>
                  <a:pt x="16390" y="18879"/>
                  <a:pt x="16296" y="19410"/>
                </a:cubicBezTo>
                <a:cubicBezTo>
                  <a:pt x="16277" y="19618"/>
                  <a:pt x="16144" y="19789"/>
                  <a:pt x="15973" y="19884"/>
                </a:cubicBezTo>
                <a:cubicBezTo>
                  <a:pt x="15943" y="19889"/>
                  <a:pt x="15912" y="19892"/>
                  <a:pt x="15882" y="19892"/>
                </a:cubicBezTo>
                <a:cubicBezTo>
                  <a:pt x="15710" y="19892"/>
                  <a:pt x="15558" y="19802"/>
                  <a:pt x="15461" y="19656"/>
                </a:cubicBezTo>
                <a:cubicBezTo>
                  <a:pt x="15329" y="19467"/>
                  <a:pt x="15215" y="19258"/>
                  <a:pt x="15139" y="19031"/>
                </a:cubicBezTo>
                <a:cubicBezTo>
                  <a:pt x="15025" y="18746"/>
                  <a:pt x="14912" y="18481"/>
                  <a:pt x="14817" y="18197"/>
                </a:cubicBezTo>
                <a:cubicBezTo>
                  <a:pt x="14608" y="17628"/>
                  <a:pt x="14419" y="17059"/>
                  <a:pt x="14248" y="16491"/>
                </a:cubicBezTo>
                <a:cubicBezTo>
                  <a:pt x="13888" y="15353"/>
                  <a:pt x="13566" y="14178"/>
                  <a:pt x="13300" y="13003"/>
                </a:cubicBezTo>
                <a:cubicBezTo>
                  <a:pt x="13073" y="12017"/>
                  <a:pt x="12921" y="11031"/>
                  <a:pt x="12694" y="10045"/>
                </a:cubicBezTo>
                <a:cubicBezTo>
                  <a:pt x="12334" y="8377"/>
                  <a:pt x="11822" y="6576"/>
                  <a:pt x="10590" y="5306"/>
                </a:cubicBezTo>
                <a:cubicBezTo>
                  <a:pt x="10305" y="5022"/>
                  <a:pt x="9983" y="4756"/>
                  <a:pt x="9623" y="4548"/>
                </a:cubicBezTo>
                <a:cubicBezTo>
                  <a:pt x="9603" y="4534"/>
                  <a:pt x="9580" y="4528"/>
                  <a:pt x="9558" y="4528"/>
                </a:cubicBezTo>
                <a:cubicBezTo>
                  <a:pt x="9517" y="4528"/>
                  <a:pt x="9477" y="4549"/>
                  <a:pt x="9452" y="4586"/>
                </a:cubicBezTo>
                <a:cubicBezTo>
                  <a:pt x="8978" y="5458"/>
                  <a:pt x="9016" y="6481"/>
                  <a:pt x="9168" y="7448"/>
                </a:cubicBezTo>
                <a:cubicBezTo>
                  <a:pt x="9338" y="8510"/>
                  <a:pt x="9604" y="9571"/>
                  <a:pt x="9869" y="10633"/>
                </a:cubicBezTo>
                <a:cubicBezTo>
                  <a:pt x="10438" y="12832"/>
                  <a:pt x="11101" y="14993"/>
                  <a:pt x="11879" y="17135"/>
                </a:cubicBezTo>
                <a:cubicBezTo>
                  <a:pt x="12182" y="18007"/>
                  <a:pt x="12618" y="19182"/>
                  <a:pt x="11784" y="19922"/>
                </a:cubicBezTo>
                <a:cubicBezTo>
                  <a:pt x="11612" y="20082"/>
                  <a:pt x="11386" y="20166"/>
                  <a:pt x="11158" y="20166"/>
                </a:cubicBezTo>
                <a:cubicBezTo>
                  <a:pt x="11008" y="20166"/>
                  <a:pt x="10858" y="20130"/>
                  <a:pt x="10722" y="20055"/>
                </a:cubicBezTo>
                <a:cubicBezTo>
                  <a:pt x="10400" y="19827"/>
                  <a:pt x="10172" y="19524"/>
                  <a:pt x="10021" y="19182"/>
                </a:cubicBezTo>
                <a:cubicBezTo>
                  <a:pt x="9831" y="18784"/>
                  <a:pt x="9699" y="18367"/>
                  <a:pt x="9585" y="17950"/>
                </a:cubicBezTo>
                <a:lnTo>
                  <a:pt x="9111" y="16244"/>
                </a:lnTo>
                <a:lnTo>
                  <a:pt x="8125" y="12832"/>
                </a:lnTo>
                <a:cubicBezTo>
                  <a:pt x="7822" y="11732"/>
                  <a:pt x="7519" y="10614"/>
                  <a:pt x="7177" y="9514"/>
                </a:cubicBezTo>
                <a:cubicBezTo>
                  <a:pt x="6950" y="8737"/>
                  <a:pt x="6665" y="7903"/>
                  <a:pt x="6059" y="7353"/>
                </a:cubicBezTo>
                <a:cubicBezTo>
                  <a:pt x="5907" y="7221"/>
                  <a:pt x="5737" y="7107"/>
                  <a:pt x="5547" y="7012"/>
                </a:cubicBezTo>
                <a:cubicBezTo>
                  <a:pt x="5534" y="7008"/>
                  <a:pt x="5519" y="7005"/>
                  <a:pt x="5505" y="7005"/>
                </a:cubicBezTo>
                <a:cubicBezTo>
                  <a:pt x="5457" y="7005"/>
                  <a:pt x="5410" y="7030"/>
                  <a:pt x="5395" y="7088"/>
                </a:cubicBezTo>
                <a:cubicBezTo>
                  <a:pt x="5054" y="9041"/>
                  <a:pt x="5661" y="10936"/>
                  <a:pt x="6305" y="12775"/>
                </a:cubicBezTo>
                <a:cubicBezTo>
                  <a:pt x="6628" y="13723"/>
                  <a:pt x="6988" y="14671"/>
                  <a:pt x="7253" y="15638"/>
                </a:cubicBezTo>
                <a:cubicBezTo>
                  <a:pt x="7386" y="16093"/>
                  <a:pt x="7481" y="16566"/>
                  <a:pt x="7537" y="17059"/>
                </a:cubicBezTo>
                <a:cubicBezTo>
                  <a:pt x="7556" y="17457"/>
                  <a:pt x="7481" y="17969"/>
                  <a:pt x="7064" y="18121"/>
                </a:cubicBezTo>
                <a:cubicBezTo>
                  <a:pt x="6994" y="18147"/>
                  <a:pt x="6924" y="18158"/>
                  <a:pt x="6855" y="18158"/>
                </a:cubicBezTo>
                <a:cubicBezTo>
                  <a:pt x="6568" y="18158"/>
                  <a:pt x="6295" y="17959"/>
                  <a:pt x="6097" y="17761"/>
                </a:cubicBezTo>
                <a:cubicBezTo>
                  <a:pt x="5774" y="17438"/>
                  <a:pt x="5547" y="17059"/>
                  <a:pt x="5376" y="16642"/>
                </a:cubicBezTo>
                <a:cubicBezTo>
                  <a:pt x="4959" y="15619"/>
                  <a:pt x="4561" y="14595"/>
                  <a:pt x="4182" y="13571"/>
                </a:cubicBezTo>
                <a:cubicBezTo>
                  <a:pt x="3405" y="11505"/>
                  <a:pt x="2703" y="9401"/>
                  <a:pt x="2059" y="7278"/>
                </a:cubicBezTo>
                <a:cubicBezTo>
                  <a:pt x="1414" y="5154"/>
                  <a:pt x="846" y="3012"/>
                  <a:pt x="334" y="851"/>
                </a:cubicBezTo>
                <a:cubicBezTo>
                  <a:pt x="277" y="586"/>
                  <a:pt x="220" y="320"/>
                  <a:pt x="163" y="55"/>
                </a:cubicBezTo>
                <a:cubicBezTo>
                  <a:pt x="156" y="17"/>
                  <a:pt x="126" y="0"/>
                  <a:pt x="95" y="0"/>
                </a:cubicBezTo>
                <a:close/>
              </a:path>
            </a:pathLst>
          </a:custGeom>
          <a:solidFill>
            <a:srgbClr val="3C8D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7"/>
          <p:cNvSpPr txBox="1">
            <a:spLocks noGrp="1"/>
          </p:cNvSpPr>
          <p:nvPr>
            <p:ph type="subTitle" idx="1"/>
          </p:nvPr>
        </p:nvSpPr>
        <p:spPr>
          <a:xfrm>
            <a:off x="720000" y="1475700"/>
            <a:ext cx="7704000" cy="265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9" name="Google Shape;379;p7"/>
          <p:cNvSpPr txBox="1">
            <a:spLocks noGrp="1"/>
          </p:cNvSpPr>
          <p:nvPr>
            <p:ph type="ctrTitle"/>
          </p:nvPr>
        </p:nvSpPr>
        <p:spPr>
          <a:xfrm>
            <a:off x="736646" y="373025"/>
            <a:ext cx="7672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pic>
        <p:nvPicPr>
          <p:cNvPr id="380" name="Google Shape;380;p7"/>
          <p:cNvPicPr preferRelativeResize="0"/>
          <p:nvPr/>
        </p:nvPicPr>
        <p:blipFill>
          <a:blip r:embed="rId2">
            <a:alphaModFix amt="47000"/>
          </a:blip>
          <a:stretch>
            <a:fillRect/>
          </a:stretch>
        </p:blipFill>
        <p:spPr>
          <a:xfrm rot="4139108">
            <a:off x="-1716814" y="3950736"/>
            <a:ext cx="2989903" cy="24682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1" name="Google Shape;381;p7"/>
          <p:cNvGrpSpPr/>
          <p:nvPr/>
        </p:nvGrpSpPr>
        <p:grpSpPr>
          <a:xfrm rot="-987768">
            <a:off x="-414533" y="3230134"/>
            <a:ext cx="1344359" cy="1995308"/>
            <a:chOff x="272875" y="1527563"/>
            <a:chExt cx="255950" cy="455000"/>
          </a:xfrm>
        </p:grpSpPr>
        <p:sp>
          <p:nvSpPr>
            <p:cNvPr id="382" name="Google Shape;382;p7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3" name="Google Shape;383;p7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4" name="Google Shape;384;p7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5" name="Google Shape;385;p7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6" name="Google Shape;386;p7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7" name="Google Shape;387;p7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8" name="Google Shape;388;p7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9" name="Google Shape;389;p7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0" name="Google Shape;390;p7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1" name="Google Shape;391;p7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2" name="Google Shape;392;p7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3" name="Google Shape;393;p7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4" name="Google Shape;394;p7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5" name="Google Shape;395;p7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6" name="Google Shape;396;p7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7" name="Google Shape;397;p7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8" name="Google Shape;398;p7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9" name="Google Shape;399;p7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0" name="Google Shape;400;p7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1" name="Google Shape;401;p7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2" name="Google Shape;402;p7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3" name="Google Shape;403;p7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4" name="Google Shape;404;p7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5" name="Google Shape;405;p7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6" name="Google Shape;406;p7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7" name="Google Shape;407;p7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8" name="Google Shape;408;p7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9" name="Google Shape;409;p7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0" name="Google Shape;410;p7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1" name="Google Shape;411;p7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2" name="Google Shape;412;p7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3" name="Google Shape;413;p7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4" name="Google Shape;414;p7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5" name="Google Shape;415;p7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6" name="Google Shape;416;p7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417" name="Google Shape;417;p7"/>
          <p:cNvPicPr preferRelativeResize="0"/>
          <p:nvPr/>
        </p:nvPicPr>
        <p:blipFill>
          <a:blip r:embed="rId3">
            <a:alphaModFix amt="74000"/>
          </a:blip>
          <a:stretch>
            <a:fillRect/>
          </a:stretch>
        </p:blipFill>
        <p:spPr>
          <a:xfrm rot="-1197527" flipH="1">
            <a:off x="8254668" y="3888189"/>
            <a:ext cx="2894871" cy="2593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7"/>
          <p:cNvPicPr preferRelativeResize="0"/>
          <p:nvPr/>
        </p:nvPicPr>
        <p:blipFill>
          <a:blip r:embed="rId4">
            <a:alphaModFix amt="58000"/>
          </a:blip>
          <a:stretch>
            <a:fillRect/>
          </a:stretch>
        </p:blipFill>
        <p:spPr>
          <a:xfrm rot="-9314708">
            <a:off x="-1515506" y="-1274402"/>
            <a:ext cx="1787180" cy="4287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7"/>
          <p:cNvPicPr preferRelativeResize="0"/>
          <p:nvPr/>
        </p:nvPicPr>
        <p:blipFill>
          <a:blip r:embed="rId5">
            <a:alphaModFix amt="76000"/>
          </a:blip>
          <a:stretch>
            <a:fillRect/>
          </a:stretch>
        </p:blipFill>
        <p:spPr>
          <a:xfrm rot="394092">
            <a:off x="2157624" y="-1359156"/>
            <a:ext cx="5296602" cy="1972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7"/>
          <p:cNvPicPr preferRelativeResize="0"/>
          <p:nvPr/>
        </p:nvPicPr>
        <p:blipFill>
          <a:blip r:embed="rId6">
            <a:alphaModFix amt="62000"/>
          </a:blip>
          <a:stretch>
            <a:fillRect/>
          </a:stretch>
        </p:blipFill>
        <p:spPr>
          <a:xfrm rot="6551349" flipH="1">
            <a:off x="7493893" y="-756657"/>
            <a:ext cx="2894870" cy="259332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1" name="Google Shape;421;p7"/>
          <p:cNvGrpSpPr/>
          <p:nvPr/>
        </p:nvGrpSpPr>
        <p:grpSpPr>
          <a:xfrm rot="8100046">
            <a:off x="8172668" y="-457651"/>
            <a:ext cx="1344367" cy="1995327"/>
            <a:chOff x="272875" y="1527563"/>
            <a:chExt cx="255950" cy="455000"/>
          </a:xfrm>
        </p:grpSpPr>
        <p:sp>
          <p:nvSpPr>
            <p:cNvPr id="422" name="Google Shape;422;p7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3" name="Google Shape;423;p7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4" name="Google Shape;424;p7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5" name="Google Shape;425;p7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6" name="Google Shape;426;p7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7" name="Google Shape;427;p7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8" name="Google Shape;428;p7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9" name="Google Shape;429;p7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0" name="Google Shape;430;p7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1" name="Google Shape;431;p7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2" name="Google Shape;432;p7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3" name="Google Shape;433;p7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4" name="Google Shape;434;p7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5" name="Google Shape;435;p7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6" name="Google Shape;436;p7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7" name="Google Shape;437;p7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8" name="Google Shape;438;p7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9" name="Google Shape;439;p7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0" name="Google Shape;440;p7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1" name="Google Shape;441;p7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2" name="Google Shape;442;p7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3" name="Google Shape;443;p7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4" name="Google Shape;444;p7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5" name="Google Shape;445;p7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6" name="Google Shape;446;p7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7" name="Google Shape;447;p7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8" name="Google Shape;448;p7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9" name="Google Shape;449;p7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0" name="Google Shape;450;p7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1" name="Google Shape;451;p7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2" name="Google Shape;452;p7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3" name="Google Shape;453;p7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4" name="Google Shape;454;p7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5" name="Google Shape;455;p7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6" name="Google Shape;456;p7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57" name="Google Shape;457;p7"/>
          <p:cNvSpPr/>
          <p:nvPr/>
        </p:nvSpPr>
        <p:spPr>
          <a:xfrm rot="-6477098" flipH="1">
            <a:off x="-3963735" y="-3524095"/>
            <a:ext cx="4623929" cy="7256942"/>
          </a:xfrm>
          <a:custGeom>
            <a:avLst/>
            <a:gdLst/>
            <a:ahLst/>
            <a:cxnLst/>
            <a:rect l="l" t="t" r="r" b="b"/>
            <a:pathLst>
              <a:path w="55812" h="94461" extrusionOk="0">
                <a:moveTo>
                  <a:pt x="36054" y="83719"/>
                </a:moveTo>
                <a:cubicBezTo>
                  <a:pt x="36059" y="85810"/>
                  <a:pt x="36230" y="87883"/>
                  <a:pt x="36585" y="89937"/>
                </a:cubicBezTo>
                <a:cubicBezTo>
                  <a:pt x="36680" y="90449"/>
                  <a:pt x="36775" y="90942"/>
                  <a:pt x="36888" y="91454"/>
                </a:cubicBezTo>
                <a:cubicBezTo>
                  <a:pt x="36926" y="91719"/>
                  <a:pt x="37002" y="91984"/>
                  <a:pt x="37059" y="92250"/>
                </a:cubicBezTo>
                <a:cubicBezTo>
                  <a:pt x="37097" y="92439"/>
                  <a:pt x="37305" y="92856"/>
                  <a:pt x="37211" y="93046"/>
                </a:cubicBezTo>
                <a:cubicBezTo>
                  <a:pt x="37154" y="93160"/>
                  <a:pt x="36831" y="93255"/>
                  <a:pt x="36718" y="93311"/>
                </a:cubicBezTo>
                <a:cubicBezTo>
                  <a:pt x="36509" y="93425"/>
                  <a:pt x="36282" y="93539"/>
                  <a:pt x="36035" y="93634"/>
                </a:cubicBezTo>
                <a:cubicBezTo>
                  <a:pt x="35599" y="93804"/>
                  <a:pt x="35144" y="93937"/>
                  <a:pt x="34689" y="93994"/>
                </a:cubicBezTo>
                <a:cubicBezTo>
                  <a:pt x="34597" y="94004"/>
                  <a:pt x="34505" y="94009"/>
                  <a:pt x="34414" y="94009"/>
                </a:cubicBezTo>
                <a:cubicBezTo>
                  <a:pt x="33623" y="94009"/>
                  <a:pt x="32889" y="93638"/>
                  <a:pt x="32566" y="92856"/>
                </a:cubicBezTo>
                <a:cubicBezTo>
                  <a:pt x="32244" y="92041"/>
                  <a:pt x="32471" y="91093"/>
                  <a:pt x="32756" y="90297"/>
                </a:cubicBezTo>
                <a:cubicBezTo>
                  <a:pt x="33362" y="88572"/>
                  <a:pt x="34234" y="86923"/>
                  <a:pt x="35125" y="85331"/>
                </a:cubicBezTo>
                <a:cubicBezTo>
                  <a:pt x="35426" y="84788"/>
                  <a:pt x="35736" y="84251"/>
                  <a:pt x="36054" y="83719"/>
                </a:cubicBezTo>
                <a:close/>
                <a:moveTo>
                  <a:pt x="43850" y="72899"/>
                </a:moveTo>
                <a:cubicBezTo>
                  <a:pt x="43926" y="74041"/>
                  <a:pt x="43988" y="75183"/>
                  <a:pt x="44035" y="76326"/>
                </a:cubicBezTo>
                <a:cubicBezTo>
                  <a:pt x="44111" y="78487"/>
                  <a:pt x="44149" y="80629"/>
                  <a:pt x="44130" y="82790"/>
                </a:cubicBezTo>
                <a:cubicBezTo>
                  <a:pt x="44111" y="83871"/>
                  <a:pt x="44092" y="84970"/>
                  <a:pt x="44054" y="86051"/>
                </a:cubicBezTo>
                <a:cubicBezTo>
                  <a:pt x="44016" y="87037"/>
                  <a:pt x="44092" y="88117"/>
                  <a:pt x="43864" y="89065"/>
                </a:cubicBezTo>
                <a:cubicBezTo>
                  <a:pt x="43789" y="89463"/>
                  <a:pt x="43599" y="89823"/>
                  <a:pt x="43334" y="90127"/>
                </a:cubicBezTo>
                <a:cubicBezTo>
                  <a:pt x="43194" y="90249"/>
                  <a:pt x="43052" y="90301"/>
                  <a:pt x="42914" y="90301"/>
                </a:cubicBezTo>
                <a:cubicBezTo>
                  <a:pt x="42585" y="90301"/>
                  <a:pt x="42287" y="90001"/>
                  <a:pt x="42139" y="89653"/>
                </a:cubicBezTo>
                <a:cubicBezTo>
                  <a:pt x="41874" y="88970"/>
                  <a:pt x="41760" y="88193"/>
                  <a:pt x="41609" y="87473"/>
                </a:cubicBezTo>
                <a:cubicBezTo>
                  <a:pt x="41324" y="86165"/>
                  <a:pt x="41021" y="84724"/>
                  <a:pt x="40149" y="83643"/>
                </a:cubicBezTo>
                <a:cubicBezTo>
                  <a:pt x="39770" y="83169"/>
                  <a:pt x="39277" y="82809"/>
                  <a:pt x="38708" y="82582"/>
                </a:cubicBezTo>
                <a:cubicBezTo>
                  <a:pt x="38695" y="82577"/>
                  <a:pt x="38683" y="82574"/>
                  <a:pt x="38671" y="82574"/>
                </a:cubicBezTo>
                <a:cubicBezTo>
                  <a:pt x="38594" y="82574"/>
                  <a:pt x="38540" y="82668"/>
                  <a:pt x="38557" y="82733"/>
                </a:cubicBezTo>
                <a:cubicBezTo>
                  <a:pt x="38917" y="84667"/>
                  <a:pt x="39277" y="86601"/>
                  <a:pt x="39618" y="88534"/>
                </a:cubicBezTo>
                <a:lnTo>
                  <a:pt x="40149" y="91397"/>
                </a:lnTo>
                <a:cubicBezTo>
                  <a:pt x="40263" y="92136"/>
                  <a:pt x="40452" y="92875"/>
                  <a:pt x="40187" y="93596"/>
                </a:cubicBezTo>
                <a:cubicBezTo>
                  <a:pt x="40092" y="93861"/>
                  <a:pt x="39921" y="94183"/>
                  <a:pt x="39618" y="94240"/>
                </a:cubicBezTo>
                <a:cubicBezTo>
                  <a:pt x="39604" y="94243"/>
                  <a:pt x="39590" y="94244"/>
                  <a:pt x="39576" y="94244"/>
                </a:cubicBezTo>
                <a:cubicBezTo>
                  <a:pt x="39294" y="94244"/>
                  <a:pt x="39081" y="93717"/>
                  <a:pt x="38955" y="93482"/>
                </a:cubicBezTo>
                <a:cubicBezTo>
                  <a:pt x="38670" y="92856"/>
                  <a:pt x="38462" y="92193"/>
                  <a:pt x="38348" y="91511"/>
                </a:cubicBezTo>
                <a:cubicBezTo>
                  <a:pt x="38083" y="90146"/>
                  <a:pt x="38045" y="88762"/>
                  <a:pt x="37855" y="87397"/>
                </a:cubicBezTo>
                <a:cubicBezTo>
                  <a:pt x="37647" y="85994"/>
                  <a:pt x="37230" y="84610"/>
                  <a:pt x="36244" y="83549"/>
                </a:cubicBezTo>
                <a:cubicBezTo>
                  <a:pt x="36227" y="83526"/>
                  <a:pt x="36203" y="83515"/>
                  <a:pt x="36178" y="83514"/>
                </a:cubicBezTo>
                <a:lnTo>
                  <a:pt x="36178" y="83514"/>
                </a:lnTo>
                <a:cubicBezTo>
                  <a:pt x="38436" y="79777"/>
                  <a:pt x="41102" y="76305"/>
                  <a:pt x="43850" y="72899"/>
                </a:cubicBezTo>
                <a:close/>
                <a:moveTo>
                  <a:pt x="124" y="0"/>
                </a:moveTo>
                <a:cubicBezTo>
                  <a:pt x="60" y="0"/>
                  <a:pt x="1" y="49"/>
                  <a:pt x="36" y="119"/>
                </a:cubicBezTo>
                <a:lnTo>
                  <a:pt x="17" y="119"/>
                </a:lnTo>
                <a:cubicBezTo>
                  <a:pt x="2955" y="8498"/>
                  <a:pt x="5989" y="16839"/>
                  <a:pt x="9135" y="25123"/>
                </a:cubicBezTo>
                <a:cubicBezTo>
                  <a:pt x="9894" y="27152"/>
                  <a:pt x="10671" y="29180"/>
                  <a:pt x="11467" y="31208"/>
                </a:cubicBezTo>
                <a:cubicBezTo>
                  <a:pt x="12168" y="33028"/>
                  <a:pt x="12794" y="34905"/>
                  <a:pt x="13647" y="36649"/>
                </a:cubicBezTo>
                <a:cubicBezTo>
                  <a:pt x="14292" y="37976"/>
                  <a:pt x="15221" y="39246"/>
                  <a:pt x="16623" y="39796"/>
                </a:cubicBezTo>
                <a:cubicBezTo>
                  <a:pt x="17283" y="40054"/>
                  <a:pt x="17979" y="40142"/>
                  <a:pt x="18690" y="40142"/>
                </a:cubicBezTo>
                <a:cubicBezTo>
                  <a:pt x="19959" y="40142"/>
                  <a:pt x="21272" y="39862"/>
                  <a:pt x="22500" y="39777"/>
                </a:cubicBezTo>
                <a:cubicBezTo>
                  <a:pt x="23246" y="39726"/>
                  <a:pt x="23995" y="39701"/>
                  <a:pt x="24747" y="39701"/>
                </a:cubicBezTo>
                <a:cubicBezTo>
                  <a:pt x="26249" y="39701"/>
                  <a:pt x="27757" y="39802"/>
                  <a:pt x="29249" y="40004"/>
                </a:cubicBezTo>
                <a:cubicBezTo>
                  <a:pt x="31106" y="40270"/>
                  <a:pt x="33021" y="40668"/>
                  <a:pt x="34727" y="41502"/>
                </a:cubicBezTo>
                <a:cubicBezTo>
                  <a:pt x="36433" y="42317"/>
                  <a:pt x="37836" y="43682"/>
                  <a:pt x="38708" y="45350"/>
                </a:cubicBezTo>
                <a:cubicBezTo>
                  <a:pt x="39580" y="46981"/>
                  <a:pt x="40054" y="48782"/>
                  <a:pt x="40471" y="50545"/>
                </a:cubicBezTo>
                <a:cubicBezTo>
                  <a:pt x="42179" y="57664"/>
                  <a:pt x="43282" y="64918"/>
                  <a:pt x="43803" y="72216"/>
                </a:cubicBezTo>
                <a:lnTo>
                  <a:pt x="43803" y="72216"/>
                </a:lnTo>
                <a:cubicBezTo>
                  <a:pt x="43494" y="72599"/>
                  <a:pt x="43186" y="72983"/>
                  <a:pt x="42879" y="73369"/>
                </a:cubicBezTo>
                <a:cubicBezTo>
                  <a:pt x="40831" y="75966"/>
                  <a:pt x="38822" y="78601"/>
                  <a:pt x="37021" y="81387"/>
                </a:cubicBezTo>
                <a:cubicBezTo>
                  <a:pt x="35277" y="84098"/>
                  <a:pt x="33571" y="87018"/>
                  <a:pt x="32471" y="90070"/>
                </a:cubicBezTo>
                <a:cubicBezTo>
                  <a:pt x="31997" y="91359"/>
                  <a:pt x="31770" y="93198"/>
                  <a:pt x="33154" y="94013"/>
                </a:cubicBezTo>
                <a:cubicBezTo>
                  <a:pt x="33534" y="94235"/>
                  <a:pt x="33946" y="94326"/>
                  <a:pt x="34367" y="94326"/>
                </a:cubicBezTo>
                <a:cubicBezTo>
                  <a:pt x="35456" y="94326"/>
                  <a:pt x="36609" y="93717"/>
                  <a:pt x="37457" y="93198"/>
                </a:cubicBezTo>
                <a:cubicBezTo>
                  <a:pt x="37514" y="93160"/>
                  <a:pt x="37533" y="93103"/>
                  <a:pt x="37514" y="93046"/>
                </a:cubicBezTo>
                <a:cubicBezTo>
                  <a:pt x="36725" y="90076"/>
                  <a:pt x="36309" y="87016"/>
                  <a:pt x="36300" y="83937"/>
                </a:cubicBezTo>
                <a:lnTo>
                  <a:pt x="36300" y="83937"/>
                </a:lnTo>
                <a:cubicBezTo>
                  <a:pt x="38208" y="86250"/>
                  <a:pt x="37579" y="89653"/>
                  <a:pt x="38348" y="92383"/>
                </a:cubicBezTo>
                <a:cubicBezTo>
                  <a:pt x="38500" y="93065"/>
                  <a:pt x="38803" y="93710"/>
                  <a:pt x="39201" y="94297"/>
                </a:cubicBezTo>
                <a:cubicBezTo>
                  <a:pt x="39289" y="94413"/>
                  <a:pt x="39407" y="94460"/>
                  <a:pt x="39532" y="94460"/>
                </a:cubicBezTo>
                <a:cubicBezTo>
                  <a:pt x="39756" y="94460"/>
                  <a:pt x="40003" y="94309"/>
                  <a:pt x="40149" y="94127"/>
                </a:cubicBezTo>
                <a:cubicBezTo>
                  <a:pt x="40490" y="93728"/>
                  <a:pt x="40566" y="93103"/>
                  <a:pt x="40547" y="92591"/>
                </a:cubicBezTo>
                <a:cubicBezTo>
                  <a:pt x="40509" y="91681"/>
                  <a:pt x="40244" y="90752"/>
                  <a:pt x="40092" y="89861"/>
                </a:cubicBezTo>
                <a:cubicBezTo>
                  <a:pt x="39670" y="87551"/>
                  <a:pt x="39266" y="85241"/>
                  <a:pt x="38846" y="82914"/>
                </a:cubicBezTo>
                <a:lnTo>
                  <a:pt x="38846" y="82914"/>
                </a:lnTo>
                <a:cubicBezTo>
                  <a:pt x="40217" y="83575"/>
                  <a:pt x="40753" y="85091"/>
                  <a:pt x="41116" y="86487"/>
                </a:cubicBezTo>
                <a:cubicBezTo>
                  <a:pt x="41305" y="87245"/>
                  <a:pt x="41438" y="88022"/>
                  <a:pt x="41628" y="88781"/>
                </a:cubicBezTo>
                <a:cubicBezTo>
                  <a:pt x="41760" y="89349"/>
                  <a:pt x="41874" y="90146"/>
                  <a:pt x="42443" y="90468"/>
                </a:cubicBezTo>
                <a:cubicBezTo>
                  <a:pt x="42589" y="90550"/>
                  <a:pt x="42735" y="90587"/>
                  <a:pt x="42876" y="90587"/>
                </a:cubicBezTo>
                <a:cubicBezTo>
                  <a:pt x="43193" y="90587"/>
                  <a:pt x="43484" y="90402"/>
                  <a:pt x="43694" y="90127"/>
                </a:cubicBezTo>
                <a:cubicBezTo>
                  <a:pt x="44168" y="89539"/>
                  <a:pt x="44225" y="88781"/>
                  <a:pt x="44263" y="88060"/>
                </a:cubicBezTo>
                <a:cubicBezTo>
                  <a:pt x="44376" y="85842"/>
                  <a:pt x="44433" y="83624"/>
                  <a:pt x="44433" y="81425"/>
                </a:cubicBezTo>
                <a:cubicBezTo>
                  <a:pt x="44433" y="78462"/>
                  <a:pt x="44333" y="75502"/>
                  <a:pt x="44134" y="72549"/>
                </a:cubicBezTo>
                <a:lnTo>
                  <a:pt x="44134" y="72549"/>
                </a:lnTo>
                <a:cubicBezTo>
                  <a:pt x="45525" y="70831"/>
                  <a:pt x="46934" y="69129"/>
                  <a:pt x="48319" y="67416"/>
                </a:cubicBezTo>
                <a:cubicBezTo>
                  <a:pt x="50916" y="64213"/>
                  <a:pt x="53457" y="60952"/>
                  <a:pt x="55694" y="57464"/>
                </a:cubicBezTo>
                <a:cubicBezTo>
                  <a:pt x="55812" y="57293"/>
                  <a:pt x="55657" y="57122"/>
                  <a:pt x="55493" y="57122"/>
                </a:cubicBezTo>
                <a:cubicBezTo>
                  <a:pt x="55421" y="57122"/>
                  <a:pt x="55348" y="57155"/>
                  <a:pt x="55295" y="57236"/>
                </a:cubicBezTo>
                <a:cubicBezTo>
                  <a:pt x="51966" y="62402"/>
                  <a:pt x="47953" y="67087"/>
                  <a:pt x="44086" y="71866"/>
                </a:cubicBezTo>
                <a:lnTo>
                  <a:pt x="44086" y="71866"/>
                </a:lnTo>
                <a:cubicBezTo>
                  <a:pt x="43682" y="66321"/>
                  <a:pt x="42926" y="60806"/>
                  <a:pt x="41817" y="55360"/>
                </a:cubicBezTo>
                <a:cubicBezTo>
                  <a:pt x="41400" y="53255"/>
                  <a:pt x="40945" y="51132"/>
                  <a:pt x="40376" y="49066"/>
                </a:cubicBezTo>
                <a:cubicBezTo>
                  <a:pt x="39921" y="47379"/>
                  <a:pt x="39315" y="45673"/>
                  <a:pt x="38310" y="44213"/>
                </a:cubicBezTo>
                <a:cubicBezTo>
                  <a:pt x="36130" y="41104"/>
                  <a:pt x="32301" y="40175"/>
                  <a:pt x="28737" y="39739"/>
                </a:cubicBezTo>
                <a:cubicBezTo>
                  <a:pt x="27406" y="39567"/>
                  <a:pt x="26076" y="39485"/>
                  <a:pt x="24745" y="39485"/>
                </a:cubicBezTo>
                <a:cubicBezTo>
                  <a:pt x="23877" y="39485"/>
                  <a:pt x="23008" y="39520"/>
                  <a:pt x="22140" y="39587"/>
                </a:cubicBezTo>
                <a:cubicBezTo>
                  <a:pt x="21041" y="39680"/>
                  <a:pt x="19854" y="39911"/>
                  <a:pt x="18707" y="39911"/>
                </a:cubicBezTo>
                <a:cubicBezTo>
                  <a:pt x="17736" y="39911"/>
                  <a:pt x="16794" y="39745"/>
                  <a:pt x="15960" y="39189"/>
                </a:cubicBezTo>
                <a:cubicBezTo>
                  <a:pt x="14519" y="38204"/>
                  <a:pt x="13780" y="36479"/>
                  <a:pt x="13173" y="34924"/>
                </a:cubicBezTo>
                <a:cubicBezTo>
                  <a:pt x="12339" y="32820"/>
                  <a:pt x="11543" y="30735"/>
                  <a:pt x="10728" y="28630"/>
                </a:cubicBezTo>
                <a:cubicBezTo>
                  <a:pt x="7505" y="20194"/>
                  <a:pt x="4377" y="11721"/>
                  <a:pt x="1344" y="3228"/>
                </a:cubicBezTo>
                <a:cubicBezTo>
                  <a:pt x="965" y="2166"/>
                  <a:pt x="586" y="1124"/>
                  <a:pt x="226" y="62"/>
                </a:cubicBezTo>
                <a:cubicBezTo>
                  <a:pt x="204" y="19"/>
                  <a:pt x="163" y="0"/>
                  <a:pt x="124" y="0"/>
                </a:cubicBezTo>
                <a:close/>
              </a:path>
            </a:pathLst>
          </a:custGeom>
          <a:solidFill>
            <a:srgbClr val="1C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8" name="Google Shape;458;p7"/>
          <p:cNvSpPr/>
          <p:nvPr/>
        </p:nvSpPr>
        <p:spPr>
          <a:xfrm rot="-7689947">
            <a:off x="8072325" y="4598041"/>
            <a:ext cx="2264989" cy="2165745"/>
          </a:xfrm>
          <a:custGeom>
            <a:avLst/>
            <a:gdLst/>
            <a:ahLst/>
            <a:cxnLst/>
            <a:rect l="l" t="t" r="r" b="b"/>
            <a:pathLst>
              <a:path w="21339" h="20404" extrusionOk="0">
                <a:moveTo>
                  <a:pt x="95" y="0"/>
                </a:moveTo>
                <a:cubicBezTo>
                  <a:pt x="50" y="0"/>
                  <a:pt x="0" y="36"/>
                  <a:pt x="12" y="93"/>
                </a:cubicBezTo>
                <a:cubicBezTo>
                  <a:pt x="485" y="2330"/>
                  <a:pt x="1054" y="4567"/>
                  <a:pt x="1680" y="6766"/>
                </a:cubicBezTo>
                <a:cubicBezTo>
                  <a:pt x="2324" y="8965"/>
                  <a:pt x="3045" y="11126"/>
                  <a:pt x="3822" y="13249"/>
                </a:cubicBezTo>
                <a:cubicBezTo>
                  <a:pt x="4220" y="14330"/>
                  <a:pt x="4618" y="15391"/>
                  <a:pt x="5054" y="16453"/>
                </a:cubicBezTo>
                <a:cubicBezTo>
                  <a:pt x="5225" y="16889"/>
                  <a:pt x="5433" y="17287"/>
                  <a:pt x="5699" y="17666"/>
                </a:cubicBezTo>
                <a:cubicBezTo>
                  <a:pt x="5926" y="17988"/>
                  <a:pt x="6267" y="18216"/>
                  <a:pt x="6646" y="18348"/>
                </a:cubicBezTo>
                <a:cubicBezTo>
                  <a:pt x="6705" y="18361"/>
                  <a:pt x="6764" y="18368"/>
                  <a:pt x="6823" y="18368"/>
                </a:cubicBezTo>
                <a:cubicBezTo>
                  <a:pt x="7107" y="18368"/>
                  <a:pt x="7384" y="18221"/>
                  <a:pt x="7556" y="17969"/>
                </a:cubicBezTo>
                <a:cubicBezTo>
                  <a:pt x="7746" y="17609"/>
                  <a:pt x="7784" y="17173"/>
                  <a:pt x="7708" y="16775"/>
                </a:cubicBezTo>
                <a:cubicBezTo>
                  <a:pt x="7519" y="15770"/>
                  <a:pt x="7253" y="14784"/>
                  <a:pt x="6893" y="13837"/>
                </a:cubicBezTo>
                <a:cubicBezTo>
                  <a:pt x="6248" y="11941"/>
                  <a:pt x="5414" y="9969"/>
                  <a:pt x="5528" y="7922"/>
                </a:cubicBezTo>
                <a:cubicBezTo>
                  <a:pt x="5543" y="7707"/>
                  <a:pt x="5559" y="7504"/>
                  <a:pt x="5594" y="7294"/>
                </a:cubicBezTo>
                <a:lnTo>
                  <a:pt x="5594" y="7294"/>
                </a:lnTo>
                <a:cubicBezTo>
                  <a:pt x="6312" y="7702"/>
                  <a:pt x="6661" y="8502"/>
                  <a:pt x="6893" y="9268"/>
                </a:cubicBezTo>
                <a:cubicBezTo>
                  <a:pt x="7234" y="10349"/>
                  <a:pt x="7519" y="11467"/>
                  <a:pt x="7822" y="12567"/>
                </a:cubicBezTo>
                <a:lnTo>
                  <a:pt x="8789" y="16036"/>
                </a:lnTo>
                <a:cubicBezTo>
                  <a:pt x="8940" y="16604"/>
                  <a:pt x="9111" y="17173"/>
                  <a:pt x="9263" y="17742"/>
                </a:cubicBezTo>
                <a:cubicBezTo>
                  <a:pt x="9376" y="18216"/>
                  <a:pt x="9509" y="18652"/>
                  <a:pt x="9699" y="19107"/>
                </a:cubicBezTo>
                <a:cubicBezTo>
                  <a:pt x="9966" y="19713"/>
                  <a:pt x="10452" y="20404"/>
                  <a:pt x="11172" y="20404"/>
                </a:cubicBezTo>
                <a:cubicBezTo>
                  <a:pt x="11217" y="20404"/>
                  <a:pt x="11263" y="20401"/>
                  <a:pt x="11310" y="20396"/>
                </a:cubicBezTo>
                <a:cubicBezTo>
                  <a:pt x="11708" y="20339"/>
                  <a:pt x="12068" y="20092"/>
                  <a:pt x="12258" y="19732"/>
                </a:cubicBezTo>
                <a:cubicBezTo>
                  <a:pt x="12485" y="19334"/>
                  <a:pt x="12580" y="18860"/>
                  <a:pt x="12504" y="18405"/>
                </a:cubicBezTo>
                <a:cubicBezTo>
                  <a:pt x="12390" y="17855"/>
                  <a:pt x="12239" y="17306"/>
                  <a:pt x="12030" y="16794"/>
                </a:cubicBezTo>
                <a:cubicBezTo>
                  <a:pt x="11841" y="16263"/>
                  <a:pt x="11651" y="15713"/>
                  <a:pt x="11462" y="15183"/>
                </a:cubicBezTo>
                <a:cubicBezTo>
                  <a:pt x="11101" y="14083"/>
                  <a:pt x="10779" y="12965"/>
                  <a:pt x="10457" y="11865"/>
                </a:cubicBezTo>
                <a:cubicBezTo>
                  <a:pt x="10154" y="10766"/>
                  <a:pt x="9869" y="9628"/>
                  <a:pt x="9623" y="8491"/>
                </a:cubicBezTo>
                <a:cubicBezTo>
                  <a:pt x="9414" y="7486"/>
                  <a:pt x="9168" y="6424"/>
                  <a:pt x="9414" y="5420"/>
                </a:cubicBezTo>
                <a:cubicBezTo>
                  <a:pt x="9462" y="5197"/>
                  <a:pt x="9536" y="5002"/>
                  <a:pt x="9626" y="4810"/>
                </a:cubicBezTo>
                <a:lnTo>
                  <a:pt x="9626" y="4810"/>
                </a:lnTo>
                <a:cubicBezTo>
                  <a:pt x="11118" y="5773"/>
                  <a:pt x="11814" y="7472"/>
                  <a:pt x="12239" y="9135"/>
                </a:cubicBezTo>
                <a:cubicBezTo>
                  <a:pt x="12485" y="10026"/>
                  <a:pt x="12637" y="10936"/>
                  <a:pt x="12807" y="11846"/>
                </a:cubicBezTo>
                <a:cubicBezTo>
                  <a:pt x="13035" y="13040"/>
                  <a:pt x="13300" y="14216"/>
                  <a:pt x="13623" y="15391"/>
                </a:cubicBezTo>
                <a:cubicBezTo>
                  <a:pt x="13945" y="16547"/>
                  <a:pt x="14324" y="17723"/>
                  <a:pt x="14741" y="18879"/>
                </a:cubicBezTo>
                <a:cubicBezTo>
                  <a:pt x="14912" y="19315"/>
                  <a:pt x="15063" y="19827"/>
                  <a:pt x="15480" y="20092"/>
                </a:cubicBezTo>
                <a:cubicBezTo>
                  <a:pt x="15595" y="20165"/>
                  <a:pt x="15723" y="20199"/>
                  <a:pt x="15849" y="20199"/>
                </a:cubicBezTo>
                <a:cubicBezTo>
                  <a:pt x="16119" y="20199"/>
                  <a:pt x="16382" y="20042"/>
                  <a:pt x="16485" y="19770"/>
                </a:cubicBezTo>
                <a:cubicBezTo>
                  <a:pt x="16694" y="19334"/>
                  <a:pt x="16675" y="18765"/>
                  <a:pt x="16656" y="18292"/>
                </a:cubicBezTo>
                <a:cubicBezTo>
                  <a:pt x="16637" y="17723"/>
                  <a:pt x="16542" y="17154"/>
                  <a:pt x="16428" y="16585"/>
                </a:cubicBezTo>
                <a:cubicBezTo>
                  <a:pt x="16125" y="15467"/>
                  <a:pt x="15746" y="14348"/>
                  <a:pt x="15291" y="13268"/>
                </a:cubicBezTo>
                <a:cubicBezTo>
                  <a:pt x="14419" y="10993"/>
                  <a:pt x="13793" y="8623"/>
                  <a:pt x="13433" y="6216"/>
                </a:cubicBezTo>
                <a:cubicBezTo>
                  <a:pt x="13360" y="5689"/>
                  <a:pt x="13392" y="4465"/>
                  <a:pt x="14163" y="4465"/>
                </a:cubicBezTo>
                <a:cubicBezTo>
                  <a:pt x="14197" y="4465"/>
                  <a:pt x="14231" y="4467"/>
                  <a:pt x="14267" y="4472"/>
                </a:cubicBezTo>
                <a:cubicBezTo>
                  <a:pt x="14741" y="4548"/>
                  <a:pt x="15025" y="5060"/>
                  <a:pt x="15234" y="5439"/>
                </a:cubicBezTo>
                <a:cubicBezTo>
                  <a:pt x="15499" y="5913"/>
                  <a:pt x="15727" y="6406"/>
                  <a:pt x="15935" y="6898"/>
                </a:cubicBezTo>
                <a:cubicBezTo>
                  <a:pt x="16732" y="8946"/>
                  <a:pt x="17111" y="11107"/>
                  <a:pt x="17452" y="13268"/>
                </a:cubicBezTo>
                <a:cubicBezTo>
                  <a:pt x="17623" y="14348"/>
                  <a:pt x="17793" y="15429"/>
                  <a:pt x="18002" y="16510"/>
                </a:cubicBezTo>
                <a:cubicBezTo>
                  <a:pt x="18096" y="17040"/>
                  <a:pt x="18229" y="17590"/>
                  <a:pt x="18362" y="18121"/>
                </a:cubicBezTo>
                <a:cubicBezTo>
                  <a:pt x="18476" y="18557"/>
                  <a:pt x="18627" y="19031"/>
                  <a:pt x="18968" y="19334"/>
                </a:cubicBezTo>
                <a:cubicBezTo>
                  <a:pt x="19197" y="19533"/>
                  <a:pt x="19456" y="19618"/>
                  <a:pt x="19715" y="19618"/>
                </a:cubicBezTo>
                <a:cubicBezTo>
                  <a:pt x="20273" y="19618"/>
                  <a:pt x="20833" y="19220"/>
                  <a:pt x="21092" y="18690"/>
                </a:cubicBezTo>
                <a:cubicBezTo>
                  <a:pt x="21300" y="18178"/>
                  <a:pt x="21338" y="17628"/>
                  <a:pt x="21205" y="17078"/>
                </a:cubicBezTo>
                <a:cubicBezTo>
                  <a:pt x="21111" y="16472"/>
                  <a:pt x="20902" y="15884"/>
                  <a:pt x="20731" y="15277"/>
                </a:cubicBezTo>
                <a:lnTo>
                  <a:pt x="18684" y="7903"/>
                </a:lnTo>
                <a:cubicBezTo>
                  <a:pt x="18514" y="7315"/>
                  <a:pt x="18362" y="6728"/>
                  <a:pt x="18191" y="6102"/>
                </a:cubicBezTo>
                <a:cubicBezTo>
                  <a:pt x="18162" y="6043"/>
                  <a:pt x="18106" y="6015"/>
                  <a:pt x="18051" y="6015"/>
                </a:cubicBezTo>
                <a:cubicBezTo>
                  <a:pt x="17966" y="6015"/>
                  <a:pt x="17884" y="6082"/>
                  <a:pt x="17907" y="6197"/>
                </a:cubicBezTo>
                <a:cubicBezTo>
                  <a:pt x="18589" y="8623"/>
                  <a:pt x="19253" y="11050"/>
                  <a:pt x="19935" y="13476"/>
                </a:cubicBezTo>
                <a:lnTo>
                  <a:pt x="20428" y="15315"/>
                </a:lnTo>
                <a:cubicBezTo>
                  <a:pt x="20599" y="15903"/>
                  <a:pt x="20788" y="16491"/>
                  <a:pt x="20902" y="17078"/>
                </a:cubicBezTo>
                <a:cubicBezTo>
                  <a:pt x="21016" y="17609"/>
                  <a:pt x="21035" y="18216"/>
                  <a:pt x="20750" y="18690"/>
                </a:cubicBezTo>
                <a:cubicBezTo>
                  <a:pt x="20542" y="19050"/>
                  <a:pt x="20144" y="19296"/>
                  <a:pt x="19727" y="19334"/>
                </a:cubicBezTo>
                <a:cubicBezTo>
                  <a:pt x="19253" y="19334"/>
                  <a:pt x="18950" y="18917"/>
                  <a:pt x="18798" y="18519"/>
                </a:cubicBezTo>
                <a:cubicBezTo>
                  <a:pt x="18627" y="18026"/>
                  <a:pt x="18495" y="17533"/>
                  <a:pt x="18400" y="17040"/>
                </a:cubicBezTo>
                <a:cubicBezTo>
                  <a:pt x="18172" y="15979"/>
                  <a:pt x="17983" y="14898"/>
                  <a:pt x="17812" y="13837"/>
                </a:cubicBezTo>
                <a:cubicBezTo>
                  <a:pt x="17452" y="11713"/>
                  <a:pt x="17130" y="9571"/>
                  <a:pt x="16428" y="7524"/>
                </a:cubicBezTo>
                <a:cubicBezTo>
                  <a:pt x="16239" y="7031"/>
                  <a:pt x="16049" y="6538"/>
                  <a:pt x="15822" y="6064"/>
                </a:cubicBezTo>
                <a:cubicBezTo>
                  <a:pt x="15632" y="5590"/>
                  <a:pt x="15386" y="5154"/>
                  <a:pt x="15082" y="4756"/>
                </a:cubicBezTo>
                <a:cubicBezTo>
                  <a:pt x="14841" y="4446"/>
                  <a:pt x="14506" y="4199"/>
                  <a:pt x="14120" y="4199"/>
                </a:cubicBezTo>
                <a:cubicBezTo>
                  <a:pt x="14081" y="4199"/>
                  <a:pt x="14042" y="4201"/>
                  <a:pt x="14002" y="4207"/>
                </a:cubicBezTo>
                <a:cubicBezTo>
                  <a:pt x="13661" y="4282"/>
                  <a:pt x="13395" y="4529"/>
                  <a:pt x="13281" y="4851"/>
                </a:cubicBezTo>
                <a:cubicBezTo>
                  <a:pt x="13149" y="5230"/>
                  <a:pt x="13092" y="5609"/>
                  <a:pt x="13130" y="6007"/>
                </a:cubicBezTo>
                <a:cubicBezTo>
                  <a:pt x="13187" y="6538"/>
                  <a:pt x="13281" y="7088"/>
                  <a:pt x="13395" y="7619"/>
                </a:cubicBezTo>
                <a:cubicBezTo>
                  <a:pt x="13623" y="8794"/>
                  <a:pt x="13907" y="9969"/>
                  <a:pt x="14267" y="11126"/>
                </a:cubicBezTo>
                <a:cubicBezTo>
                  <a:pt x="14608" y="12244"/>
                  <a:pt x="15044" y="13344"/>
                  <a:pt x="15442" y="14443"/>
                </a:cubicBezTo>
                <a:cubicBezTo>
                  <a:pt x="15879" y="15524"/>
                  <a:pt x="16182" y="16642"/>
                  <a:pt x="16333" y="17799"/>
                </a:cubicBezTo>
                <a:cubicBezTo>
                  <a:pt x="16409" y="18329"/>
                  <a:pt x="16390" y="18879"/>
                  <a:pt x="16296" y="19410"/>
                </a:cubicBezTo>
                <a:cubicBezTo>
                  <a:pt x="16277" y="19618"/>
                  <a:pt x="16144" y="19789"/>
                  <a:pt x="15973" y="19884"/>
                </a:cubicBezTo>
                <a:cubicBezTo>
                  <a:pt x="15943" y="19889"/>
                  <a:pt x="15912" y="19892"/>
                  <a:pt x="15882" y="19892"/>
                </a:cubicBezTo>
                <a:cubicBezTo>
                  <a:pt x="15710" y="19892"/>
                  <a:pt x="15558" y="19802"/>
                  <a:pt x="15461" y="19656"/>
                </a:cubicBezTo>
                <a:cubicBezTo>
                  <a:pt x="15329" y="19467"/>
                  <a:pt x="15215" y="19258"/>
                  <a:pt x="15139" y="19031"/>
                </a:cubicBezTo>
                <a:cubicBezTo>
                  <a:pt x="15025" y="18746"/>
                  <a:pt x="14912" y="18481"/>
                  <a:pt x="14817" y="18197"/>
                </a:cubicBezTo>
                <a:cubicBezTo>
                  <a:pt x="14608" y="17628"/>
                  <a:pt x="14419" y="17059"/>
                  <a:pt x="14248" y="16491"/>
                </a:cubicBezTo>
                <a:cubicBezTo>
                  <a:pt x="13888" y="15353"/>
                  <a:pt x="13566" y="14178"/>
                  <a:pt x="13300" y="13003"/>
                </a:cubicBezTo>
                <a:cubicBezTo>
                  <a:pt x="13073" y="12017"/>
                  <a:pt x="12921" y="11031"/>
                  <a:pt x="12694" y="10045"/>
                </a:cubicBezTo>
                <a:cubicBezTo>
                  <a:pt x="12334" y="8377"/>
                  <a:pt x="11822" y="6576"/>
                  <a:pt x="10590" y="5306"/>
                </a:cubicBezTo>
                <a:cubicBezTo>
                  <a:pt x="10305" y="5022"/>
                  <a:pt x="9983" y="4756"/>
                  <a:pt x="9623" y="4548"/>
                </a:cubicBezTo>
                <a:cubicBezTo>
                  <a:pt x="9603" y="4534"/>
                  <a:pt x="9580" y="4528"/>
                  <a:pt x="9558" y="4528"/>
                </a:cubicBezTo>
                <a:cubicBezTo>
                  <a:pt x="9517" y="4528"/>
                  <a:pt x="9477" y="4549"/>
                  <a:pt x="9452" y="4586"/>
                </a:cubicBezTo>
                <a:cubicBezTo>
                  <a:pt x="8978" y="5458"/>
                  <a:pt x="9016" y="6481"/>
                  <a:pt x="9168" y="7448"/>
                </a:cubicBezTo>
                <a:cubicBezTo>
                  <a:pt x="9338" y="8510"/>
                  <a:pt x="9604" y="9571"/>
                  <a:pt x="9869" y="10633"/>
                </a:cubicBezTo>
                <a:cubicBezTo>
                  <a:pt x="10438" y="12832"/>
                  <a:pt x="11101" y="14993"/>
                  <a:pt x="11879" y="17135"/>
                </a:cubicBezTo>
                <a:cubicBezTo>
                  <a:pt x="12182" y="18007"/>
                  <a:pt x="12618" y="19182"/>
                  <a:pt x="11784" y="19922"/>
                </a:cubicBezTo>
                <a:cubicBezTo>
                  <a:pt x="11612" y="20082"/>
                  <a:pt x="11386" y="20166"/>
                  <a:pt x="11158" y="20166"/>
                </a:cubicBezTo>
                <a:cubicBezTo>
                  <a:pt x="11008" y="20166"/>
                  <a:pt x="10858" y="20130"/>
                  <a:pt x="10722" y="20055"/>
                </a:cubicBezTo>
                <a:cubicBezTo>
                  <a:pt x="10400" y="19827"/>
                  <a:pt x="10172" y="19524"/>
                  <a:pt x="10021" y="19182"/>
                </a:cubicBezTo>
                <a:cubicBezTo>
                  <a:pt x="9831" y="18784"/>
                  <a:pt x="9699" y="18367"/>
                  <a:pt x="9585" y="17950"/>
                </a:cubicBezTo>
                <a:lnTo>
                  <a:pt x="9111" y="16244"/>
                </a:lnTo>
                <a:lnTo>
                  <a:pt x="8125" y="12832"/>
                </a:lnTo>
                <a:cubicBezTo>
                  <a:pt x="7822" y="11732"/>
                  <a:pt x="7519" y="10614"/>
                  <a:pt x="7177" y="9514"/>
                </a:cubicBezTo>
                <a:cubicBezTo>
                  <a:pt x="6950" y="8737"/>
                  <a:pt x="6665" y="7903"/>
                  <a:pt x="6059" y="7353"/>
                </a:cubicBezTo>
                <a:cubicBezTo>
                  <a:pt x="5907" y="7221"/>
                  <a:pt x="5737" y="7107"/>
                  <a:pt x="5547" y="7012"/>
                </a:cubicBezTo>
                <a:cubicBezTo>
                  <a:pt x="5534" y="7008"/>
                  <a:pt x="5519" y="7005"/>
                  <a:pt x="5505" y="7005"/>
                </a:cubicBezTo>
                <a:cubicBezTo>
                  <a:pt x="5457" y="7005"/>
                  <a:pt x="5410" y="7030"/>
                  <a:pt x="5395" y="7088"/>
                </a:cubicBezTo>
                <a:cubicBezTo>
                  <a:pt x="5054" y="9041"/>
                  <a:pt x="5661" y="10936"/>
                  <a:pt x="6305" y="12775"/>
                </a:cubicBezTo>
                <a:cubicBezTo>
                  <a:pt x="6628" y="13723"/>
                  <a:pt x="6988" y="14671"/>
                  <a:pt x="7253" y="15638"/>
                </a:cubicBezTo>
                <a:cubicBezTo>
                  <a:pt x="7386" y="16093"/>
                  <a:pt x="7481" y="16566"/>
                  <a:pt x="7537" y="17059"/>
                </a:cubicBezTo>
                <a:cubicBezTo>
                  <a:pt x="7556" y="17457"/>
                  <a:pt x="7481" y="17969"/>
                  <a:pt x="7064" y="18121"/>
                </a:cubicBezTo>
                <a:cubicBezTo>
                  <a:pt x="6994" y="18147"/>
                  <a:pt x="6924" y="18158"/>
                  <a:pt x="6855" y="18158"/>
                </a:cubicBezTo>
                <a:cubicBezTo>
                  <a:pt x="6568" y="18158"/>
                  <a:pt x="6295" y="17959"/>
                  <a:pt x="6097" y="17761"/>
                </a:cubicBezTo>
                <a:cubicBezTo>
                  <a:pt x="5774" y="17438"/>
                  <a:pt x="5547" y="17059"/>
                  <a:pt x="5376" y="16642"/>
                </a:cubicBezTo>
                <a:cubicBezTo>
                  <a:pt x="4959" y="15619"/>
                  <a:pt x="4561" y="14595"/>
                  <a:pt x="4182" y="13571"/>
                </a:cubicBezTo>
                <a:cubicBezTo>
                  <a:pt x="3405" y="11505"/>
                  <a:pt x="2703" y="9401"/>
                  <a:pt x="2059" y="7278"/>
                </a:cubicBezTo>
                <a:cubicBezTo>
                  <a:pt x="1414" y="5154"/>
                  <a:pt x="846" y="3012"/>
                  <a:pt x="334" y="851"/>
                </a:cubicBezTo>
                <a:cubicBezTo>
                  <a:pt x="277" y="586"/>
                  <a:pt x="220" y="320"/>
                  <a:pt x="163" y="55"/>
                </a:cubicBezTo>
                <a:cubicBezTo>
                  <a:pt x="156" y="17"/>
                  <a:pt x="126" y="0"/>
                  <a:pt x="95" y="0"/>
                </a:cubicBezTo>
                <a:close/>
              </a:path>
            </a:pathLst>
          </a:custGeom>
          <a:solidFill>
            <a:srgbClr val="3C8D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p8"/>
          <p:cNvPicPr preferRelativeResize="0"/>
          <p:nvPr/>
        </p:nvPicPr>
        <p:blipFill>
          <a:blip r:embed="rId2">
            <a:alphaModFix amt="74000"/>
          </a:blip>
          <a:stretch>
            <a:fillRect/>
          </a:stretch>
        </p:blipFill>
        <p:spPr>
          <a:xfrm rot="-10162003" flipH="1">
            <a:off x="301118" y="56641"/>
            <a:ext cx="2894871" cy="2593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8"/>
          <p:cNvPicPr preferRelativeResize="0"/>
          <p:nvPr/>
        </p:nvPicPr>
        <p:blipFill>
          <a:blip r:embed="rId3">
            <a:alphaModFix amt="33000"/>
          </a:blip>
          <a:stretch>
            <a:fillRect/>
          </a:stretch>
        </p:blipFill>
        <p:spPr>
          <a:xfrm rot="10800000" flipH="1">
            <a:off x="2309117" y="4"/>
            <a:ext cx="611487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8"/>
          <p:cNvPicPr preferRelativeResize="0"/>
          <p:nvPr/>
        </p:nvPicPr>
        <p:blipFill>
          <a:blip r:embed="rId4">
            <a:alphaModFix amt="58000"/>
          </a:blip>
          <a:stretch>
            <a:fillRect/>
          </a:stretch>
        </p:blipFill>
        <p:spPr>
          <a:xfrm rot="-8962532">
            <a:off x="7553885" y="2352524"/>
            <a:ext cx="1462806" cy="3509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8"/>
          <p:cNvPicPr preferRelativeResize="0"/>
          <p:nvPr/>
        </p:nvPicPr>
        <p:blipFill>
          <a:blip r:embed="rId5">
            <a:alphaModFix amt="62000"/>
          </a:blip>
          <a:stretch>
            <a:fillRect/>
          </a:stretch>
        </p:blipFill>
        <p:spPr>
          <a:xfrm rot="-10162003" flipH="1">
            <a:off x="-1091107" y="-1133759"/>
            <a:ext cx="2894871" cy="2593322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8"/>
          <p:cNvSpPr/>
          <p:nvPr/>
        </p:nvSpPr>
        <p:spPr>
          <a:xfrm rot="-6681487">
            <a:off x="8044372" y="2590906"/>
            <a:ext cx="2265023" cy="2165778"/>
          </a:xfrm>
          <a:custGeom>
            <a:avLst/>
            <a:gdLst/>
            <a:ahLst/>
            <a:cxnLst/>
            <a:rect l="l" t="t" r="r" b="b"/>
            <a:pathLst>
              <a:path w="21339" h="20404" extrusionOk="0">
                <a:moveTo>
                  <a:pt x="95" y="0"/>
                </a:moveTo>
                <a:cubicBezTo>
                  <a:pt x="50" y="0"/>
                  <a:pt x="0" y="36"/>
                  <a:pt x="12" y="93"/>
                </a:cubicBezTo>
                <a:cubicBezTo>
                  <a:pt x="485" y="2330"/>
                  <a:pt x="1054" y="4567"/>
                  <a:pt x="1680" y="6766"/>
                </a:cubicBezTo>
                <a:cubicBezTo>
                  <a:pt x="2324" y="8965"/>
                  <a:pt x="3045" y="11126"/>
                  <a:pt x="3822" y="13249"/>
                </a:cubicBezTo>
                <a:cubicBezTo>
                  <a:pt x="4220" y="14330"/>
                  <a:pt x="4618" y="15391"/>
                  <a:pt x="5054" y="16453"/>
                </a:cubicBezTo>
                <a:cubicBezTo>
                  <a:pt x="5225" y="16889"/>
                  <a:pt x="5433" y="17287"/>
                  <a:pt x="5699" y="17666"/>
                </a:cubicBezTo>
                <a:cubicBezTo>
                  <a:pt x="5926" y="17988"/>
                  <a:pt x="6267" y="18216"/>
                  <a:pt x="6646" y="18348"/>
                </a:cubicBezTo>
                <a:cubicBezTo>
                  <a:pt x="6705" y="18361"/>
                  <a:pt x="6764" y="18368"/>
                  <a:pt x="6823" y="18368"/>
                </a:cubicBezTo>
                <a:cubicBezTo>
                  <a:pt x="7107" y="18368"/>
                  <a:pt x="7384" y="18221"/>
                  <a:pt x="7556" y="17969"/>
                </a:cubicBezTo>
                <a:cubicBezTo>
                  <a:pt x="7746" y="17609"/>
                  <a:pt x="7784" y="17173"/>
                  <a:pt x="7708" y="16775"/>
                </a:cubicBezTo>
                <a:cubicBezTo>
                  <a:pt x="7519" y="15770"/>
                  <a:pt x="7253" y="14784"/>
                  <a:pt x="6893" y="13837"/>
                </a:cubicBezTo>
                <a:cubicBezTo>
                  <a:pt x="6248" y="11941"/>
                  <a:pt x="5414" y="9969"/>
                  <a:pt x="5528" y="7922"/>
                </a:cubicBezTo>
                <a:cubicBezTo>
                  <a:pt x="5543" y="7707"/>
                  <a:pt x="5559" y="7504"/>
                  <a:pt x="5594" y="7294"/>
                </a:cubicBezTo>
                <a:lnTo>
                  <a:pt x="5594" y="7294"/>
                </a:lnTo>
                <a:cubicBezTo>
                  <a:pt x="6312" y="7702"/>
                  <a:pt x="6661" y="8502"/>
                  <a:pt x="6893" y="9268"/>
                </a:cubicBezTo>
                <a:cubicBezTo>
                  <a:pt x="7234" y="10349"/>
                  <a:pt x="7519" y="11467"/>
                  <a:pt x="7822" y="12567"/>
                </a:cubicBezTo>
                <a:lnTo>
                  <a:pt x="8789" y="16036"/>
                </a:lnTo>
                <a:cubicBezTo>
                  <a:pt x="8940" y="16604"/>
                  <a:pt x="9111" y="17173"/>
                  <a:pt x="9263" y="17742"/>
                </a:cubicBezTo>
                <a:cubicBezTo>
                  <a:pt x="9376" y="18216"/>
                  <a:pt x="9509" y="18652"/>
                  <a:pt x="9699" y="19107"/>
                </a:cubicBezTo>
                <a:cubicBezTo>
                  <a:pt x="9966" y="19713"/>
                  <a:pt x="10452" y="20404"/>
                  <a:pt x="11172" y="20404"/>
                </a:cubicBezTo>
                <a:cubicBezTo>
                  <a:pt x="11217" y="20404"/>
                  <a:pt x="11263" y="20401"/>
                  <a:pt x="11310" y="20396"/>
                </a:cubicBezTo>
                <a:cubicBezTo>
                  <a:pt x="11708" y="20339"/>
                  <a:pt x="12068" y="20092"/>
                  <a:pt x="12258" y="19732"/>
                </a:cubicBezTo>
                <a:cubicBezTo>
                  <a:pt x="12485" y="19334"/>
                  <a:pt x="12580" y="18860"/>
                  <a:pt x="12504" y="18405"/>
                </a:cubicBezTo>
                <a:cubicBezTo>
                  <a:pt x="12390" y="17855"/>
                  <a:pt x="12239" y="17306"/>
                  <a:pt x="12030" y="16794"/>
                </a:cubicBezTo>
                <a:cubicBezTo>
                  <a:pt x="11841" y="16263"/>
                  <a:pt x="11651" y="15713"/>
                  <a:pt x="11462" y="15183"/>
                </a:cubicBezTo>
                <a:cubicBezTo>
                  <a:pt x="11101" y="14083"/>
                  <a:pt x="10779" y="12965"/>
                  <a:pt x="10457" y="11865"/>
                </a:cubicBezTo>
                <a:cubicBezTo>
                  <a:pt x="10154" y="10766"/>
                  <a:pt x="9869" y="9628"/>
                  <a:pt x="9623" y="8491"/>
                </a:cubicBezTo>
                <a:cubicBezTo>
                  <a:pt x="9414" y="7486"/>
                  <a:pt x="9168" y="6424"/>
                  <a:pt x="9414" y="5420"/>
                </a:cubicBezTo>
                <a:cubicBezTo>
                  <a:pt x="9462" y="5197"/>
                  <a:pt x="9536" y="5002"/>
                  <a:pt x="9626" y="4810"/>
                </a:cubicBezTo>
                <a:lnTo>
                  <a:pt x="9626" y="4810"/>
                </a:lnTo>
                <a:cubicBezTo>
                  <a:pt x="11118" y="5773"/>
                  <a:pt x="11814" y="7472"/>
                  <a:pt x="12239" y="9135"/>
                </a:cubicBezTo>
                <a:cubicBezTo>
                  <a:pt x="12485" y="10026"/>
                  <a:pt x="12637" y="10936"/>
                  <a:pt x="12807" y="11846"/>
                </a:cubicBezTo>
                <a:cubicBezTo>
                  <a:pt x="13035" y="13040"/>
                  <a:pt x="13300" y="14216"/>
                  <a:pt x="13623" y="15391"/>
                </a:cubicBezTo>
                <a:cubicBezTo>
                  <a:pt x="13945" y="16547"/>
                  <a:pt x="14324" y="17723"/>
                  <a:pt x="14741" y="18879"/>
                </a:cubicBezTo>
                <a:cubicBezTo>
                  <a:pt x="14912" y="19315"/>
                  <a:pt x="15063" y="19827"/>
                  <a:pt x="15480" y="20092"/>
                </a:cubicBezTo>
                <a:cubicBezTo>
                  <a:pt x="15595" y="20165"/>
                  <a:pt x="15723" y="20199"/>
                  <a:pt x="15849" y="20199"/>
                </a:cubicBezTo>
                <a:cubicBezTo>
                  <a:pt x="16119" y="20199"/>
                  <a:pt x="16382" y="20042"/>
                  <a:pt x="16485" y="19770"/>
                </a:cubicBezTo>
                <a:cubicBezTo>
                  <a:pt x="16694" y="19334"/>
                  <a:pt x="16675" y="18765"/>
                  <a:pt x="16656" y="18292"/>
                </a:cubicBezTo>
                <a:cubicBezTo>
                  <a:pt x="16637" y="17723"/>
                  <a:pt x="16542" y="17154"/>
                  <a:pt x="16428" y="16585"/>
                </a:cubicBezTo>
                <a:cubicBezTo>
                  <a:pt x="16125" y="15467"/>
                  <a:pt x="15746" y="14348"/>
                  <a:pt x="15291" y="13268"/>
                </a:cubicBezTo>
                <a:cubicBezTo>
                  <a:pt x="14419" y="10993"/>
                  <a:pt x="13793" y="8623"/>
                  <a:pt x="13433" y="6216"/>
                </a:cubicBezTo>
                <a:cubicBezTo>
                  <a:pt x="13360" y="5689"/>
                  <a:pt x="13392" y="4465"/>
                  <a:pt x="14163" y="4465"/>
                </a:cubicBezTo>
                <a:cubicBezTo>
                  <a:pt x="14197" y="4465"/>
                  <a:pt x="14231" y="4467"/>
                  <a:pt x="14267" y="4472"/>
                </a:cubicBezTo>
                <a:cubicBezTo>
                  <a:pt x="14741" y="4548"/>
                  <a:pt x="15025" y="5060"/>
                  <a:pt x="15234" y="5439"/>
                </a:cubicBezTo>
                <a:cubicBezTo>
                  <a:pt x="15499" y="5913"/>
                  <a:pt x="15727" y="6406"/>
                  <a:pt x="15935" y="6898"/>
                </a:cubicBezTo>
                <a:cubicBezTo>
                  <a:pt x="16732" y="8946"/>
                  <a:pt x="17111" y="11107"/>
                  <a:pt x="17452" y="13268"/>
                </a:cubicBezTo>
                <a:cubicBezTo>
                  <a:pt x="17623" y="14348"/>
                  <a:pt x="17793" y="15429"/>
                  <a:pt x="18002" y="16510"/>
                </a:cubicBezTo>
                <a:cubicBezTo>
                  <a:pt x="18096" y="17040"/>
                  <a:pt x="18229" y="17590"/>
                  <a:pt x="18362" y="18121"/>
                </a:cubicBezTo>
                <a:cubicBezTo>
                  <a:pt x="18476" y="18557"/>
                  <a:pt x="18627" y="19031"/>
                  <a:pt x="18968" y="19334"/>
                </a:cubicBezTo>
                <a:cubicBezTo>
                  <a:pt x="19197" y="19533"/>
                  <a:pt x="19456" y="19618"/>
                  <a:pt x="19715" y="19618"/>
                </a:cubicBezTo>
                <a:cubicBezTo>
                  <a:pt x="20273" y="19618"/>
                  <a:pt x="20833" y="19220"/>
                  <a:pt x="21092" y="18690"/>
                </a:cubicBezTo>
                <a:cubicBezTo>
                  <a:pt x="21300" y="18178"/>
                  <a:pt x="21338" y="17628"/>
                  <a:pt x="21205" y="17078"/>
                </a:cubicBezTo>
                <a:cubicBezTo>
                  <a:pt x="21111" y="16472"/>
                  <a:pt x="20902" y="15884"/>
                  <a:pt x="20731" y="15277"/>
                </a:cubicBezTo>
                <a:lnTo>
                  <a:pt x="18684" y="7903"/>
                </a:lnTo>
                <a:cubicBezTo>
                  <a:pt x="18514" y="7315"/>
                  <a:pt x="18362" y="6728"/>
                  <a:pt x="18191" y="6102"/>
                </a:cubicBezTo>
                <a:cubicBezTo>
                  <a:pt x="18162" y="6043"/>
                  <a:pt x="18106" y="6015"/>
                  <a:pt x="18051" y="6015"/>
                </a:cubicBezTo>
                <a:cubicBezTo>
                  <a:pt x="17966" y="6015"/>
                  <a:pt x="17884" y="6082"/>
                  <a:pt x="17907" y="6197"/>
                </a:cubicBezTo>
                <a:cubicBezTo>
                  <a:pt x="18589" y="8623"/>
                  <a:pt x="19253" y="11050"/>
                  <a:pt x="19935" y="13476"/>
                </a:cubicBezTo>
                <a:lnTo>
                  <a:pt x="20428" y="15315"/>
                </a:lnTo>
                <a:cubicBezTo>
                  <a:pt x="20599" y="15903"/>
                  <a:pt x="20788" y="16491"/>
                  <a:pt x="20902" y="17078"/>
                </a:cubicBezTo>
                <a:cubicBezTo>
                  <a:pt x="21016" y="17609"/>
                  <a:pt x="21035" y="18216"/>
                  <a:pt x="20750" y="18690"/>
                </a:cubicBezTo>
                <a:cubicBezTo>
                  <a:pt x="20542" y="19050"/>
                  <a:pt x="20144" y="19296"/>
                  <a:pt x="19727" y="19334"/>
                </a:cubicBezTo>
                <a:cubicBezTo>
                  <a:pt x="19253" y="19334"/>
                  <a:pt x="18950" y="18917"/>
                  <a:pt x="18798" y="18519"/>
                </a:cubicBezTo>
                <a:cubicBezTo>
                  <a:pt x="18627" y="18026"/>
                  <a:pt x="18495" y="17533"/>
                  <a:pt x="18400" y="17040"/>
                </a:cubicBezTo>
                <a:cubicBezTo>
                  <a:pt x="18172" y="15979"/>
                  <a:pt x="17983" y="14898"/>
                  <a:pt x="17812" y="13837"/>
                </a:cubicBezTo>
                <a:cubicBezTo>
                  <a:pt x="17452" y="11713"/>
                  <a:pt x="17130" y="9571"/>
                  <a:pt x="16428" y="7524"/>
                </a:cubicBezTo>
                <a:cubicBezTo>
                  <a:pt x="16239" y="7031"/>
                  <a:pt x="16049" y="6538"/>
                  <a:pt x="15822" y="6064"/>
                </a:cubicBezTo>
                <a:cubicBezTo>
                  <a:pt x="15632" y="5590"/>
                  <a:pt x="15386" y="5154"/>
                  <a:pt x="15082" y="4756"/>
                </a:cubicBezTo>
                <a:cubicBezTo>
                  <a:pt x="14841" y="4446"/>
                  <a:pt x="14506" y="4199"/>
                  <a:pt x="14120" y="4199"/>
                </a:cubicBezTo>
                <a:cubicBezTo>
                  <a:pt x="14081" y="4199"/>
                  <a:pt x="14042" y="4201"/>
                  <a:pt x="14002" y="4207"/>
                </a:cubicBezTo>
                <a:cubicBezTo>
                  <a:pt x="13661" y="4282"/>
                  <a:pt x="13395" y="4529"/>
                  <a:pt x="13281" y="4851"/>
                </a:cubicBezTo>
                <a:cubicBezTo>
                  <a:pt x="13149" y="5230"/>
                  <a:pt x="13092" y="5609"/>
                  <a:pt x="13130" y="6007"/>
                </a:cubicBezTo>
                <a:cubicBezTo>
                  <a:pt x="13187" y="6538"/>
                  <a:pt x="13281" y="7088"/>
                  <a:pt x="13395" y="7619"/>
                </a:cubicBezTo>
                <a:cubicBezTo>
                  <a:pt x="13623" y="8794"/>
                  <a:pt x="13907" y="9969"/>
                  <a:pt x="14267" y="11126"/>
                </a:cubicBezTo>
                <a:cubicBezTo>
                  <a:pt x="14608" y="12244"/>
                  <a:pt x="15044" y="13344"/>
                  <a:pt x="15442" y="14443"/>
                </a:cubicBezTo>
                <a:cubicBezTo>
                  <a:pt x="15879" y="15524"/>
                  <a:pt x="16182" y="16642"/>
                  <a:pt x="16333" y="17799"/>
                </a:cubicBezTo>
                <a:cubicBezTo>
                  <a:pt x="16409" y="18329"/>
                  <a:pt x="16390" y="18879"/>
                  <a:pt x="16296" y="19410"/>
                </a:cubicBezTo>
                <a:cubicBezTo>
                  <a:pt x="16277" y="19618"/>
                  <a:pt x="16144" y="19789"/>
                  <a:pt x="15973" y="19884"/>
                </a:cubicBezTo>
                <a:cubicBezTo>
                  <a:pt x="15943" y="19889"/>
                  <a:pt x="15912" y="19892"/>
                  <a:pt x="15882" y="19892"/>
                </a:cubicBezTo>
                <a:cubicBezTo>
                  <a:pt x="15710" y="19892"/>
                  <a:pt x="15558" y="19802"/>
                  <a:pt x="15461" y="19656"/>
                </a:cubicBezTo>
                <a:cubicBezTo>
                  <a:pt x="15329" y="19467"/>
                  <a:pt x="15215" y="19258"/>
                  <a:pt x="15139" y="19031"/>
                </a:cubicBezTo>
                <a:cubicBezTo>
                  <a:pt x="15025" y="18746"/>
                  <a:pt x="14912" y="18481"/>
                  <a:pt x="14817" y="18197"/>
                </a:cubicBezTo>
                <a:cubicBezTo>
                  <a:pt x="14608" y="17628"/>
                  <a:pt x="14419" y="17059"/>
                  <a:pt x="14248" y="16491"/>
                </a:cubicBezTo>
                <a:cubicBezTo>
                  <a:pt x="13888" y="15353"/>
                  <a:pt x="13566" y="14178"/>
                  <a:pt x="13300" y="13003"/>
                </a:cubicBezTo>
                <a:cubicBezTo>
                  <a:pt x="13073" y="12017"/>
                  <a:pt x="12921" y="11031"/>
                  <a:pt x="12694" y="10045"/>
                </a:cubicBezTo>
                <a:cubicBezTo>
                  <a:pt x="12334" y="8377"/>
                  <a:pt x="11822" y="6576"/>
                  <a:pt x="10590" y="5306"/>
                </a:cubicBezTo>
                <a:cubicBezTo>
                  <a:pt x="10305" y="5022"/>
                  <a:pt x="9983" y="4756"/>
                  <a:pt x="9623" y="4548"/>
                </a:cubicBezTo>
                <a:cubicBezTo>
                  <a:pt x="9603" y="4534"/>
                  <a:pt x="9580" y="4528"/>
                  <a:pt x="9558" y="4528"/>
                </a:cubicBezTo>
                <a:cubicBezTo>
                  <a:pt x="9517" y="4528"/>
                  <a:pt x="9477" y="4549"/>
                  <a:pt x="9452" y="4586"/>
                </a:cubicBezTo>
                <a:cubicBezTo>
                  <a:pt x="8978" y="5458"/>
                  <a:pt x="9016" y="6481"/>
                  <a:pt x="9168" y="7448"/>
                </a:cubicBezTo>
                <a:cubicBezTo>
                  <a:pt x="9338" y="8510"/>
                  <a:pt x="9604" y="9571"/>
                  <a:pt x="9869" y="10633"/>
                </a:cubicBezTo>
                <a:cubicBezTo>
                  <a:pt x="10438" y="12832"/>
                  <a:pt x="11101" y="14993"/>
                  <a:pt x="11879" y="17135"/>
                </a:cubicBezTo>
                <a:cubicBezTo>
                  <a:pt x="12182" y="18007"/>
                  <a:pt x="12618" y="19182"/>
                  <a:pt x="11784" y="19922"/>
                </a:cubicBezTo>
                <a:cubicBezTo>
                  <a:pt x="11612" y="20082"/>
                  <a:pt x="11386" y="20166"/>
                  <a:pt x="11158" y="20166"/>
                </a:cubicBezTo>
                <a:cubicBezTo>
                  <a:pt x="11008" y="20166"/>
                  <a:pt x="10858" y="20130"/>
                  <a:pt x="10722" y="20055"/>
                </a:cubicBezTo>
                <a:cubicBezTo>
                  <a:pt x="10400" y="19827"/>
                  <a:pt x="10172" y="19524"/>
                  <a:pt x="10021" y="19182"/>
                </a:cubicBezTo>
                <a:cubicBezTo>
                  <a:pt x="9831" y="18784"/>
                  <a:pt x="9699" y="18367"/>
                  <a:pt x="9585" y="17950"/>
                </a:cubicBezTo>
                <a:lnTo>
                  <a:pt x="9111" y="16244"/>
                </a:lnTo>
                <a:lnTo>
                  <a:pt x="8125" y="12832"/>
                </a:lnTo>
                <a:cubicBezTo>
                  <a:pt x="7822" y="11732"/>
                  <a:pt x="7519" y="10614"/>
                  <a:pt x="7177" y="9514"/>
                </a:cubicBezTo>
                <a:cubicBezTo>
                  <a:pt x="6950" y="8737"/>
                  <a:pt x="6665" y="7903"/>
                  <a:pt x="6059" y="7353"/>
                </a:cubicBezTo>
                <a:cubicBezTo>
                  <a:pt x="5907" y="7221"/>
                  <a:pt x="5737" y="7107"/>
                  <a:pt x="5547" y="7012"/>
                </a:cubicBezTo>
                <a:cubicBezTo>
                  <a:pt x="5534" y="7008"/>
                  <a:pt x="5519" y="7005"/>
                  <a:pt x="5505" y="7005"/>
                </a:cubicBezTo>
                <a:cubicBezTo>
                  <a:pt x="5457" y="7005"/>
                  <a:pt x="5410" y="7030"/>
                  <a:pt x="5395" y="7088"/>
                </a:cubicBezTo>
                <a:cubicBezTo>
                  <a:pt x="5054" y="9041"/>
                  <a:pt x="5661" y="10936"/>
                  <a:pt x="6305" y="12775"/>
                </a:cubicBezTo>
                <a:cubicBezTo>
                  <a:pt x="6628" y="13723"/>
                  <a:pt x="6988" y="14671"/>
                  <a:pt x="7253" y="15638"/>
                </a:cubicBezTo>
                <a:cubicBezTo>
                  <a:pt x="7386" y="16093"/>
                  <a:pt x="7481" y="16566"/>
                  <a:pt x="7537" y="17059"/>
                </a:cubicBezTo>
                <a:cubicBezTo>
                  <a:pt x="7556" y="17457"/>
                  <a:pt x="7481" y="17969"/>
                  <a:pt x="7064" y="18121"/>
                </a:cubicBezTo>
                <a:cubicBezTo>
                  <a:pt x="6994" y="18147"/>
                  <a:pt x="6924" y="18158"/>
                  <a:pt x="6855" y="18158"/>
                </a:cubicBezTo>
                <a:cubicBezTo>
                  <a:pt x="6568" y="18158"/>
                  <a:pt x="6295" y="17959"/>
                  <a:pt x="6097" y="17761"/>
                </a:cubicBezTo>
                <a:cubicBezTo>
                  <a:pt x="5774" y="17438"/>
                  <a:pt x="5547" y="17059"/>
                  <a:pt x="5376" y="16642"/>
                </a:cubicBezTo>
                <a:cubicBezTo>
                  <a:pt x="4959" y="15619"/>
                  <a:pt x="4561" y="14595"/>
                  <a:pt x="4182" y="13571"/>
                </a:cubicBezTo>
                <a:cubicBezTo>
                  <a:pt x="3405" y="11505"/>
                  <a:pt x="2703" y="9401"/>
                  <a:pt x="2059" y="7278"/>
                </a:cubicBezTo>
                <a:cubicBezTo>
                  <a:pt x="1414" y="5154"/>
                  <a:pt x="846" y="3012"/>
                  <a:pt x="334" y="851"/>
                </a:cubicBezTo>
                <a:cubicBezTo>
                  <a:pt x="277" y="586"/>
                  <a:pt x="220" y="320"/>
                  <a:pt x="163" y="55"/>
                </a:cubicBezTo>
                <a:cubicBezTo>
                  <a:pt x="156" y="17"/>
                  <a:pt x="126" y="0"/>
                  <a:pt x="95" y="0"/>
                </a:cubicBezTo>
                <a:close/>
              </a:path>
            </a:pathLst>
          </a:custGeom>
          <a:solidFill>
            <a:srgbClr val="3C8D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465" name="Google Shape;465;p8"/>
          <p:cNvGrpSpPr/>
          <p:nvPr/>
        </p:nvGrpSpPr>
        <p:grpSpPr>
          <a:xfrm rot="8100046">
            <a:off x="-12030" y="3450661"/>
            <a:ext cx="1344367" cy="1995327"/>
            <a:chOff x="272875" y="1527563"/>
            <a:chExt cx="255950" cy="455000"/>
          </a:xfrm>
        </p:grpSpPr>
        <p:sp>
          <p:nvSpPr>
            <p:cNvPr id="466" name="Google Shape;466;p8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7" name="Google Shape;467;p8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8" name="Google Shape;468;p8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9" name="Google Shape;469;p8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0" name="Google Shape;470;p8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1" name="Google Shape;471;p8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2" name="Google Shape;472;p8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3" name="Google Shape;473;p8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4" name="Google Shape;474;p8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5" name="Google Shape;475;p8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6" name="Google Shape;476;p8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7" name="Google Shape;477;p8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8" name="Google Shape;478;p8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9" name="Google Shape;479;p8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0" name="Google Shape;480;p8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1" name="Google Shape;481;p8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2" name="Google Shape;482;p8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3" name="Google Shape;483;p8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4" name="Google Shape;484;p8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5" name="Google Shape;485;p8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6" name="Google Shape;486;p8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7" name="Google Shape;487;p8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8" name="Google Shape;488;p8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9" name="Google Shape;489;p8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0" name="Google Shape;490;p8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1" name="Google Shape;491;p8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2" name="Google Shape;492;p8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3" name="Google Shape;493;p8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4" name="Google Shape;494;p8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5" name="Google Shape;495;p8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6" name="Google Shape;496;p8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7" name="Google Shape;497;p8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8" name="Google Shape;498;p8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9" name="Google Shape;499;p8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0" name="Google Shape;500;p8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01" name="Google Shape;501;p8"/>
          <p:cNvGrpSpPr/>
          <p:nvPr/>
        </p:nvGrpSpPr>
        <p:grpSpPr>
          <a:xfrm rot="-987768">
            <a:off x="7751817" y="-266278"/>
            <a:ext cx="1344359" cy="1995308"/>
            <a:chOff x="272875" y="1527563"/>
            <a:chExt cx="255950" cy="455000"/>
          </a:xfrm>
        </p:grpSpPr>
        <p:sp>
          <p:nvSpPr>
            <p:cNvPr id="502" name="Google Shape;502;p8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3" name="Google Shape;503;p8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4" name="Google Shape;504;p8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5" name="Google Shape;505;p8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6" name="Google Shape;506;p8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7" name="Google Shape;507;p8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8" name="Google Shape;508;p8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9" name="Google Shape;509;p8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0" name="Google Shape;510;p8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1" name="Google Shape;511;p8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2" name="Google Shape;512;p8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3" name="Google Shape;513;p8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4" name="Google Shape;514;p8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5" name="Google Shape;515;p8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6" name="Google Shape;516;p8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7" name="Google Shape;517;p8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8" name="Google Shape;518;p8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9" name="Google Shape;519;p8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0" name="Google Shape;520;p8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1" name="Google Shape;521;p8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2" name="Google Shape;522;p8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3" name="Google Shape;523;p8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4" name="Google Shape;524;p8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5" name="Google Shape;525;p8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6" name="Google Shape;526;p8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7" name="Google Shape;527;p8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8" name="Google Shape;528;p8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9" name="Google Shape;529;p8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0" name="Google Shape;530;p8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1" name="Google Shape;531;p8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2" name="Google Shape;532;p8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3" name="Google Shape;533;p8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4" name="Google Shape;534;p8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5" name="Google Shape;535;p8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6" name="Google Shape;536;p8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537" name="Google Shape;537;p8"/>
          <p:cNvPicPr preferRelativeResize="0"/>
          <p:nvPr/>
        </p:nvPicPr>
        <p:blipFill>
          <a:blip r:embed="rId6">
            <a:alphaModFix amt="62000"/>
          </a:blip>
          <a:stretch>
            <a:fillRect/>
          </a:stretch>
        </p:blipFill>
        <p:spPr>
          <a:xfrm rot="5400000">
            <a:off x="1054424" y="-334421"/>
            <a:ext cx="4474637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39" name="Google Shape;539;p8"/>
          <p:cNvSpPr/>
          <p:nvPr/>
        </p:nvSpPr>
        <p:spPr>
          <a:xfrm rot="231922" flipH="1">
            <a:off x="-1189243" y="-3465582"/>
            <a:ext cx="4623938" cy="7256951"/>
          </a:xfrm>
          <a:custGeom>
            <a:avLst/>
            <a:gdLst/>
            <a:ahLst/>
            <a:cxnLst/>
            <a:rect l="l" t="t" r="r" b="b"/>
            <a:pathLst>
              <a:path w="55812" h="94461" extrusionOk="0">
                <a:moveTo>
                  <a:pt x="36054" y="83719"/>
                </a:moveTo>
                <a:cubicBezTo>
                  <a:pt x="36059" y="85810"/>
                  <a:pt x="36230" y="87883"/>
                  <a:pt x="36585" y="89937"/>
                </a:cubicBezTo>
                <a:cubicBezTo>
                  <a:pt x="36680" y="90449"/>
                  <a:pt x="36775" y="90942"/>
                  <a:pt x="36888" y="91454"/>
                </a:cubicBezTo>
                <a:cubicBezTo>
                  <a:pt x="36926" y="91719"/>
                  <a:pt x="37002" y="91984"/>
                  <a:pt x="37059" y="92250"/>
                </a:cubicBezTo>
                <a:cubicBezTo>
                  <a:pt x="37097" y="92439"/>
                  <a:pt x="37305" y="92856"/>
                  <a:pt x="37211" y="93046"/>
                </a:cubicBezTo>
                <a:cubicBezTo>
                  <a:pt x="37154" y="93160"/>
                  <a:pt x="36831" y="93255"/>
                  <a:pt x="36718" y="93311"/>
                </a:cubicBezTo>
                <a:cubicBezTo>
                  <a:pt x="36509" y="93425"/>
                  <a:pt x="36282" y="93539"/>
                  <a:pt x="36035" y="93634"/>
                </a:cubicBezTo>
                <a:cubicBezTo>
                  <a:pt x="35599" y="93804"/>
                  <a:pt x="35144" y="93937"/>
                  <a:pt x="34689" y="93994"/>
                </a:cubicBezTo>
                <a:cubicBezTo>
                  <a:pt x="34597" y="94004"/>
                  <a:pt x="34505" y="94009"/>
                  <a:pt x="34414" y="94009"/>
                </a:cubicBezTo>
                <a:cubicBezTo>
                  <a:pt x="33623" y="94009"/>
                  <a:pt x="32889" y="93638"/>
                  <a:pt x="32566" y="92856"/>
                </a:cubicBezTo>
                <a:cubicBezTo>
                  <a:pt x="32244" y="92041"/>
                  <a:pt x="32471" y="91093"/>
                  <a:pt x="32756" y="90297"/>
                </a:cubicBezTo>
                <a:cubicBezTo>
                  <a:pt x="33362" y="88572"/>
                  <a:pt x="34234" y="86923"/>
                  <a:pt x="35125" y="85331"/>
                </a:cubicBezTo>
                <a:cubicBezTo>
                  <a:pt x="35426" y="84788"/>
                  <a:pt x="35736" y="84251"/>
                  <a:pt x="36054" y="83719"/>
                </a:cubicBezTo>
                <a:close/>
                <a:moveTo>
                  <a:pt x="43850" y="72899"/>
                </a:moveTo>
                <a:cubicBezTo>
                  <a:pt x="43926" y="74041"/>
                  <a:pt x="43988" y="75183"/>
                  <a:pt x="44035" y="76326"/>
                </a:cubicBezTo>
                <a:cubicBezTo>
                  <a:pt x="44111" y="78487"/>
                  <a:pt x="44149" y="80629"/>
                  <a:pt x="44130" y="82790"/>
                </a:cubicBezTo>
                <a:cubicBezTo>
                  <a:pt x="44111" y="83871"/>
                  <a:pt x="44092" y="84970"/>
                  <a:pt x="44054" y="86051"/>
                </a:cubicBezTo>
                <a:cubicBezTo>
                  <a:pt x="44016" y="87037"/>
                  <a:pt x="44092" y="88117"/>
                  <a:pt x="43864" y="89065"/>
                </a:cubicBezTo>
                <a:cubicBezTo>
                  <a:pt x="43789" y="89463"/>
                  <a:pt x="43599" y="89823"/>
                  <a:pt x="43334" y="90127"/>
                </a:cubicBezTo>
                <a:cubicBezTo>
                  <a:pt x="43194" y="90249"/>
                  <a:pt x="43052" y="90301"/>
                  <a:pt x="42914" y="90301"/>
                </a:cubicBezTo>
                <a:cubicBezTo>
                  <a:pt x="42585" y="90301"/>
                  <a:pt x="42287" y="90001"/>
                  <a:pt x="42139" y="89653"/>
                </a:cubicBezTo>
                <a:cubicBezTo>
                  <a:pt x="41874" y="88970"/>
                  <a:pt x="41760" y="88193"/>
                  <a:pt x="41609" y="87473"/>
                </a:cubicBezTo>
                <a:cubicBezTo>
                  <a:pt x="41324" y="86165"/>
                  <a:pt x="41021" y="84724"/>
                  <a:pt x="40149" y="83643"/>
                </a:cubicBezTo>
                <a:cubicBezTo>
                  <a:pt x="39770" y="83169"/>
                  <a:pt x="39277" y="82809"/>
                  <a:pt x="38708" y="82582"/>
                </a:cubicBezTo>
                <a:cubicBezTo>
                  <a:pt x="38695" y="82577"/>
                  <a:pt x="38683" y="82574"/>
                  <a:pt x="38671" y="82574"/>
                </a:cubicBezTo>
                <a:cubicBezTo>
                  <a:pt x="38594" y="82574"/>
                  <a:pt x="38540" y="82668"/>
                  <a:pt x="38557" y="82733"/>
                </a:cubicBezTo>
                <a:cubicBezTo>
                  <a:pt x="38917" y="84667"/>
                  <a:pt x="39277" y="86601"/>
                  <a:pt x="39618" y="88534"/>
                </a:cubicBezTo>
                <a:lnTo>
                  <a:pt x="40149" y="91397"/>
                </a:lnTo>
                <a:cubicBezTo>
                  <a:pt x="40263" y="92136"/>
                  <a:pt x="40452" y="92875"/>
                  <a:pt x="40187" y="93596"/>
                </a:cubicBezTo>
                <a:cubicBezTo>
                  <a:pt x="40092" y="93861"/>
                  <a:pt x="39921" y="94183"/>
                  <a:pt x="39618" y="94240"/>
                </a:cubicBezTo>
                <a:cubicBezTo>
                  <a:pt x="39604" y="94243"/>
                  <a:pt x="39590" y="94244"/>
                  <a:pt x="39576" y="94244"/>
                </a:cubicBezTo>
                <a:cubicBezTo>
                  <a:pt x="39294" y="94244"/>
                  <a:pt x="39081" y="93717"/>
                  <a:pt x="38955" y="93482"/>
                </a:cubicBezTo>
                <a:cubicBezTo>
                  <a:pt x="38670" y="92856"/>
                  <a:pt x="38462" y="92193"/>
                  <a:pt x="38348" y="91511"/>
                </a:cubicBezTo>
                <a:cubicBezTo>
                  <a:pt x="38083" y="90146"/>
                  <a:pt x="38045" y="88762"/>
                  <a:pt x="37855" y="87397"/>
                </a:cubicBezTo>
                <a:cubicBezTo>
                  <a:pt x="37647" y="85994"/>
                  <a:pt x="37230" y="84610"/>
                  <a:pt x="36244" y="83549"/>
                </a:cubicBezTo>
                <a:cubicBezTo>
                  <a:pt x="36227" y="83526"/>
                  <a:pt x="36203" y="83515"/>
                  <a:pt x="36178" y="83514"/>
                </a:cubicBezTo>
                <a:lnTo>
                  <a:pt x="36178" y="83514"/>
                </a:lnTo>
                <a:cubicBezTo>
                  <a:pt x="38436" y="79777"/>
                  <a:pt x="41102" y="76305"/>
                  <a:pt x="43850" y="72899"/>
                </a:cubicBezTo>
                <a:close/>
                <a:moveTo>
                  <a:pt x="124" y="0"/>
                </a:moveTo>
                <a:cubicBezTo>
                  <a:pt x="60" y="0"/>
                  <a:pt x="1" y="49"/>
                  <a:pt x="36" y="119"/>
                </a:cubicBezTo>
                <a:lnTo>
                  <a:pt x="17" y="119"/>
                </a:lnTo>
                <a:cubicBezTo>
                  <a:pt x="2955" y="8498"/>
                  <a:pt x="5989" y="16839"/>
                  <a:pt x="9135" y="25123"/>
                </a:cubicBezTo>
                <a:cubicBezTo>
                  <a:pt x="9894" y="27152"/>
                  <a:pt x="10671" y="29180"/>
                  <a:pt x="11467" y="31208"/>
                </a:cubicBezTo>
                <a:cubicBezTo>
                  <a:pt x="12168" y="33028"/>
                  <a:pt x="12794" y="34905"/>
                  <a:pt x="13647" y="36649"/>
                </a:cubicBezTo>
                <a:cubicBezTo>
                  <a:pt x="14292" y="37976"/>
                  <a:pt x="15221" y="39246"/>
                  <a:pt x="16623" y="39796"/>
                </a:cubicBezTo>
                <a:cubicBezTo>
                  <a:pt x="17283" y="40054"/>
                  <a:pt x="17979" y="40142"/>
                  <a:pt x="18690" y="40142"/>
                </a:cubicBezTo>
                <a:cubicBezTo>
                  <a:pt x="19959" y="40142"/>
                  <a:pt x="21272" y="39862"/>
                  <a:pt x="22500" y="39777"/>
                </a:cubicBezTo>
                <a:cubicBezTo>
                  <a:pt x="23246" y="39726"/>
                  <a:pt x="23995" y="39701"/>
                  <a:pt x="24747" y="39701"/>
                </a:cubicBezTo>
                <a:cubicBezTo>
                  <a:pt x="26249" y="39701"/>
                  <a:pt x="27757" y="39802"/>
                  <a:pt x="29249" y="40004"/>
                </a:cubicBezTo>
                <a:cubicBezTo>
                  <a:pt x="31106" y="40270"/>
                  <a:pt x="33021" y="40668"/>
                  <a:pt x="34727" y="41502"/>
                </a:cubicBezTo>
                <a:cubicBezTo>
                  <a:pt x="36433" y="42317"/>
                  <a:pt x="37836" y="43682"/>
                  <a:pt x="38708" y="45350"/>
                </a:cubicBezTo>
                <a:cubicBezTo>
                  <a:pt x="39580" y="46981"/>
                  <a:pt x="40054" y="48782"/>
                  <a:pt x="40471" y="50545"/>
                </a:cubicBezTo>
                <a:cubicBezTo>
                  <a:pt x="42179" y="57664"/>
                  <a:pt x="43282" y="64918"/>
                  <a:pt x="43803" y="72216"/>
                </a:cubicBezTo>
                <a:lnTo>
                  <a:pt x="43803" y="72216"/>
                </a:lnTo>
                <a:cubicBezTo>
                  <a:pt x="43494" y="72599"/>
                  <a:pt x="43186" y="72983"/>
                  <a:pt x="42879" y="73369"/>
                </a:cubicBezTo>
                <a:cubicBezTo>
                  <a:pt x="40831" y="75966"/>
                  <a:pt x="38822" y="78601"/>
                  <a:pt x="37021" y="81387"/>
                </a:cubicBezTo>
                <a:cubicBezTo>
                  <a:pt x="35277" y="84098"/>
                  <a:pt x="33571" y="87018"/>
                  <a:pt x="32471" y="90070"/>
                </a:cubicBezTo>
                <a:cubicBezTo>
                  <a:pt x="31997" y="91359"/>
                  <a:pt x="31770" y="93198"/>
                  <a:pt x="33154" y="94013"/>
                </a:cubicBezTo>
                <a:cubicBezTo>
                  <a:pt x="33534" y="94235"/>
                  <a:pt x="33946" y="94326"/>
                  <a:pt x="34367" y="94326"/>
                </a:cubicBezTo>
                <a:cubicBezTo>
                  <a:pt x="35456" y="94326"/>
                  <a:pt x="36609" y="93717"/>
                  <a:pt x="37457" y="93198"/>
                </a:cubicBezTo>
                <a:cubicBezTo>
                  <a:pt x="37514" y="93160"/>
                  <a:pt x="37533" y="93103"/>
                  <a:pt x="37514" y="93046"/>
                </a:cubicBezTo>
                <a:cubicBezTo>
                  <a:pt x="36725" y="90076"/>
                  <a:pt x="36309" y="87016"/>
                  <a:pt x="36300" y="83937"/>
                </a:cubicBezTo>
                <a:lnTo>
                  <a:pt x="36300" y="83937"/>
                </a:lnTo>
                <a:cubicBezTo>
                  <a:pt x="38208" y="86250"/>
                  <a:pt x="37579" y="89653"/>
                  <a:pt x="38348" y="92383"/>
                </a:cubicBezTo>
                <a:cubicBezTo>
                  <a:pt x="38500" y="93065"/>
                  <a:pt x="38803" y="93710"/>
                  <a:pt x="39201" y="94297"/>
                </a:cubicBezTo>
                <a:cubicBezTo>
                  <a:pt x="39289" y="94413"/>
                  <a:pt x="39407" y="94460"/>
                  <a:pt x="39532" y="94460"/>
                </a:cubicBezTo>
                <a:cubicBezTo>
                  <a:pt x="39756" y="94460"/>
                  <a:pt x="40003" y="94309"/>
                  <a:pt x="40149" y="94127"/>
                </a:cubicBezTo>
                <a:cubicBezTo>
                  <a:pt x="40490" y="93728"/>
                  <a:pt x="40566" y="93103"/>
                  <a:pt x="40547" y="92591"/>
                </a:cubicBezTo>
                <a:cubicBezTo>
                  <a:pt x="40509" y="91681"/>
                  <a:pt x="40244" y="90752"/>
                  <a:pt x="40092" y="89861"/>
                </a:cubicBezTo>
                <a:cubicBezTo>
                  <a:pt x="39670" y="87551"/>
                  <a:pt x="39266" y="85241"/>
                  <a:pt x="38846" y="82914"/>
                </a:cubicBezTo>
                <a:lnTo>
                  <a:pt x="38846" y="82914"/>
                </a:lnTo>
                <a:cubicBezTo>
                  <a:pt x="40217" y="83575"/>
                  <a:pt x="40753" y="85091"/>
                  <a:pt x="41116" y="86487"/>
                </a:cubicBezTo>
                <a:cubicBezTo>
                  <a:pt x="41305" y="87245"/>
                  <a:pt x="41438" y="88022"/>
                  <a:pt x="41628" y="88781"/>
                </a:cubicBezTo>
                <a:cubicBezTo>
                  <a:pt x="41760" y="89349"/>
                  <a:pt x="41874" y="90146"/>
                  <a:pt x="42443" y="90468"/>
                </a:cubicBezTo>
                <a:cubicBezTo>
                  <a:pt x="42589" y="90550"/>
                  <a:pt x="42735" y="90587"/>
                  <a:pt x="42876" y="90587"/>
                </a:cubicBezTo>
                <a:cubicBezTo>
                  <a:pt x="43193" y="90587"/>
                  <a:pt x="43484" y="90402"/>
                  <a:pt x="43694" y="90127"/>
                </a:cubicBezTo>
                <a:cubicBezTo>
                  <a:pt x="44168" y="89539"/>
                  <a:pt x="44225" y="88781"/>
                  <a:pt x="44263" y="88060"/>
                </a:cubicBezTo>
                <a:cubicBezTo>
                  <a:pt x="44376" y="85842"/>
                  <a:pt x="44433" y="83624"/>
                  <a:pt x="44433" y="81425"/>
                </a:cubicBezTo>
                <a:cubicBezTo>
                  <a:pt x="44433" y="78462"/>
                  <a:pt x="44333" y="75502"/>
                  <a:pt x="44134" y="72549"/>
                </a:cubicBezTo>
                <a:lnTo>
                  <a:pt x="44134" y="72549"/>
                </a:lnTo>
                <a:cubicBezTo>
                  <a:pt x="45525" y="70831"/>
                  <a:pt x="46934" y="69129"/>
                  <a:pt x="48319" y="67416"/>
                </a:cubicBezTo>
                <a:cubicBezTo>
                  <a:pt x="50916" y="64213"/>
                  <a:pt x="53457" y="60952"/>
                  <a:pt x="55694" y="57464"/>
                </a:cubicBezTo>
                <a:cubicBezTo>
                  <a:pt x="55812" y="57293"/>
                  <a:pt x="55657" y="57122"/>
                  <a:pt x="55493" y="57122"/>
                </a:cubicBezTo>
                <a:cubicBezTo>
                  <a:pt x="55421" y="57122"/>
                  <a:pt x="55348" y="57155"/>
                  <a:pt x="55295" y="57236"/>
                </a:cubicBezTo>
                <a:cubicBezTo>
                  <a:pt x="51966" y="62402"/>
                  <a:pt x="47953" y="67087"/>
                  <a:pt x="44086" y="71866"/>
                </a:cubicBezTo>
                <a:lnTo>
                  <a:pt x="44086" y="71866"/>
                </a:lnTo>
                <a:cubicBezTo>
                  <a:pt x="43682" y="66321"/>
                  <a:pt x="42926" y="60806"/>
                  <a:pt x="41817" y="55360"/>
                </a:cubicBezTo>
                <a:cubicBezTo>
                  <a:pt x="41400" y="53255"/>
                  <a:pt x="40945" y="51132"/>
                  <a:pt x="40376" y="49066"/>
                </a:cubicBezTo>
                <a:cubicBezTo>
                  <a:pt x="39921" y="47379"/>
                  <a:pt x="39315" y="45673"/>
                  <a:pt x="38310" y="44213"/>
                </a:cubicBezTo>
                <a:cubicBezTo>
                  <a:pt x="36130" y="41104"/>
                  <a:pt x="32301" y="40175"/>
                  <a:pt x="28737" y="39739"/>
                </a:cubicBezTo>
                <a:cubicBezTo>
                  <a:pt x="27406" y="39567"/>
                  <a:pt x="26076" y="39485"/>
                  <a:pt x="24745" y="39485"/>
                </a:cubicBezTo>
                <a:cubicBezTo>
                  <a:pt x="23877" y="39485"/>
                  <a:pt x="23008" y="39520"/>
                  <a:pt x="22140" y="39587"/>
                </a:cubicBezTo>
                <a:cubicBezTo>
                  <a:pt x="21041" y="39680"/>
                  <a:pt x="19854" y="39911"/>
                  <a:pt x="18707" y="39911"/>
                </a:cubicBezTo>
                <a:cubicBezTo>
                  <a:pt x="17736" y="39911"/>
                  <a:pt x="16794" y="39745"/>
                  <a:pt x="15960" y="39189"/>
                </a:cubicBezTo>
                <a:cubicBezTo>
                  <a:pt x="14519" y="38204"/>
                  <a:pt x="13780" y="36479"/>
                  <a:pt x="13173" y="34924"/>
                </a:cubicBezTo>
                <a:cubicBezTo>
                  <a:pt x="12339" y="32820"/>
                  <a:pt x="11543" y="30735"/>
                  <a:pt x="10728" y="28630"/>
                </a:cubicBezTo>
                <a:cubicBezTo>
                  <a:pt x="7505" y="20194"/>
                  <a:pt x="4377" y="11721"/>
                  <a:pt x="1344" y="3228"/>
                </a:cubicBezTo>
                <a:cubicBezTo>
                  <a:pt x="965" y="2166"/>
                  <a:pt x="586" y="1124"/>
                  <a:pt x="226" y="62"/>
                </a:cubicBezTo>
                <a:cubicBezTo>
                  <a:pt x="204" y="19"/>
                  <a:pt x="163" y="0"/>
                  <a:pt x="124" y="0"/>
                </a:cubicBezTo>
                <a:close/>
              </a:path>
            </a:pathLst>
          </a:custGeom>
          <a:solidFill>
            <a:srgbClr val="1C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9"/>
          <p:cNvSpPr txBox="1">
            <a:spLocks noGrp="1"/>
          </p:cNvSpPr>
          <p:nvPr>
            <p:ph type="subTitle" idx="1"/>
          </p:nvPr>
        </p:nvSpPr>
        <p:spPr>
          <a:xfrm flipH="1">
            <a:off x="5047900" y="2607067"/>
            <a:ext cx="3367800" cy="106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2" name="Google Shape;542;p9"/>
          <p:cNvSpPr txBox="1">
            <a:spLocks noGrp="1"/>
          </p:cNvSpPr>
          <p:nvPr>
            <p:ph type="ctrTitle"/>
          </p:nvPr>
        </p:nvSpPr>
        <p:spPr>
          <a:xfrm flipH="1">
            <a:off x="4571900" y="1697799"/>
            <a:ext cx="3860400" cy="93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id="543" name="Google Shape;543;p9"/>
          <p:cNvPicPr preferRelativeResize="0"/>
          <p:nvPr/>
        </p:nvPicPr>
        <p:blipFill>
          <a:blip r:embed="rId2">
            <a:alphaModFix amt="82000"/>
          </a:blip>
          <a:stretch>
            <a:fillRect/>
          </a:stretch>
        </p:blipFill>
        <p:spPr>
          <a:xfrm>
            <a:off x="6498000" y="3581373"/>
            <a:ext cx="3440400" cy="2840126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9"/>
          <p:cNvSpPr/>
          <p:nvPr/>
        </p:nvSpPr>
        <p:spPr>
          <a:xfrm rot="-2569776">
            <a:off x="7774946" y="-1017900"/>
            <a:ext cx="2265043" cy="2165797"/>
          </a:xfrm>
          <a:custGeom>
            <a:avLst/>
            <a:gdLst/>
            <a:ahLst/>
            <a:cxnLst/>
            <a:rect l="l" t="t" r="r" b="b"/>
            <a:pathLst>
              <a:path w="21339" h="20404" extrusionOk="0">
                <a:moveTo>
                  <a:pt x="95" y="0"/>
                </a:moveTo>
                <a:cubicBezTo>
                  <a:pt x="50" y="0"/>
                  <a:pt x="0" y="36"/>
                  <a:pt x="12" y="93"/>
                </a:cubicBezTo>
                <a:cubicBezTo>
                  <a:pt x="485" y="2330"/>
                  <a:pt x="1054" y="4567"/>
                  <a:pt x="1680" y="6766"/>
                </a:cubicBezTo>
                <a:cubicBezTo>
                  <a:pt x="2324" y="8965"/>
                  <a:pt x="3045" y="11126"/>
                  <a:pt x="3822" y="13249"/>
                </a:cubicBezTo>
                <a:cubicBezTo>
                  <a:pt x="4220" y="14330"/>
                  <a:pt x="4618" y="15391"/>
                  <a:pt x="5054" y="16453"/>
                </a:cubicBezTo>
                <a:cubicBezTo>
                  <a:pt x="5225" y="16889"/>
                  <a:pt x="5433" y="17287"/>
                  <a:pt x="5699" y="17666"/>
                </a:cubicBezTo>
                <a:cubicBezTo>
                  <a:pt x="5926" y="17988"/>
                  <a:pt x="6267" y="18216"/>
                  <a:pt x="6646" y="18348"/>
                </a:cubicBezTo>
                <a:cubicBezTo>
                  <a:pt x="6705" y="18361"/>
                  <a:pt x="6764" y="18368"/>
                  <a:pt x="6823" y="18368"/>
                </a:cubicBezTo>
                <a:cubicBezTo>
                  <a:pt x="7107" y="18368"/>
                  <a:pt x="7384" y="18221"/>
                  <a:pt x="7556" y="17969"/>
                </a:cubicBezTo>
                <a:cubicBezTo>
                  <a:pt x="7746" y="17609"/>
                  <a:pt x="7784" y="17173"/>
                  <a:pt x="7708" y="16775"/>
                </a:cubicBezTo>
                <a:cubicBezTo>
                  <a:pt x="7519" y="15770"/>
                  <a:pt x="7253" y="14784"/>
                  <a:pt x="6893" y="13837"/>
                </a:cubicBezTo>
                <a:cubicBezTo>
                  <a:pt x="6248" y="11941"/>
                  <a:pt x="5414" y="9969"/>
                  <a:pt x="5528" y="7922"/>
                </a:cubicBezTo>
                <a:cubicBezTo>
                  <a:pt x="5543" y="7707"/>
                  <a:pt x="5559" y="7504"/>
                  <a:pt x="5594" y="7294"/>
                </a:cubicBezTo>
                <a:lnTo>
                  <a:pt x="5594" y="7294"/>
                </a:lnTo>
                <a:cubicBezTo>
                  <a:pt x="6312" y="7702"/>
                  <a:pt x="6661" y="8502"/>
                  <a:pt x="6893" y="9268"/>
                </a:cubicBezTo>
                <a:cubicBezTo>
                  <a:pt x="7234" y="10349"/>
                  <a:pt x="7519" y="11467"/>
                  <a:pt x="7822" y="12567"/>
                </a:cubicBezTo>
                <a:lnTo>
                  <a:pt x="8789" y="16036"/>
                </a:lnTo>
                <a:cubicBezTo>
                  <a:pt x="8940" y="16604"/>
                  <a:pt x="9111" y="17173"/>
                  <a:pt x="9263" y="17742"/>
                </a:cubicBezTo>
                <a:cubicBezTo>
                  <a:pt x="9376" y="18216"/>
                  <a:pt x="9509" y="18652"/>
                  <a:pt x="9699" y="19107"/>
                </a:cubicBezTo>
                <a:cubicBezTo>
                  <a:pt x="9966" y="19713"/>
                  <a:pt x="10452" y="20404"/>
                  <a:pt x="11172" y="20404"/>
                </a:cubicBezTo>
                <a:cubicBezTo>
                  <a:pt x="11217" y="20404"/>
                  <a:pt x="11263" y="20401"/>
                  <a:pt x="11310" y="20396"/>
                </a:cubicBezTo>
                <a:cubicBezTo>
                  <a:pt x="11708" y="20339"/>
                  <a:pt x="12068" y="20092"/>
                  <a:pt x="12258" y="19732"/>
                </a:cubicBezTo>
                <a:cubicBezTo>
                  <a:pt x="12485" y="19334"/>
                  <a:pt x="12580" y="18860"/>
                  <a:pt x="12504" y="18405"/>
                </a:cubicBezTo>
                <a:cubicBezTo>
                  <a:pt x="12390" y="17855"/>
                  <a:pt x="12239" y="17306"/>
                  <a:pt x="12030" y="16794"/>
                </a:cubicBezTo>
                <a:cubicBezTo>
                  <a:pt x="11841" y="16263"/>
                  <a:pt x="11651" y="15713"/>
                  <a:pt x="11462" y="15183"/>
                </a:cubicBezTo>
                <a:cubicBezTo>
                  <a:pt x="11101" y="14083"/>
                  <a:pt x="10779" y="12965"/>
                  <a:pt x="10457" y="11865"/>
                </a:cubicBezTo>
                <a:cubicBezTo>
                  <a:pt x="10154" y="10766"/>
                  <a:pt x="9869" y="9628"/>
                  <a:pt x="9623" y="8491"/>
                </a:cubicBezTo>
                <a:cubicBezTo>
                  <a:pt x="9414" y="7486"/>
                  <a:pt x="9168" y="6424"/>
                  <a:pt x="9414" y="5420"/>
                </a:cubicBezTo>
                <a:cubicBezTo>
                  <a:pt x="9462" y="5197"/>
                  <a:pt x="9536" y="5002"/>
                  <a:pt x="9626" y="4810"/>
                </a:cubicBezTo>
                <a:lnTo>
                  <a:pt x="9626" y="4810"/>
                </a:lnTo>
                <a:cubicBezTo>
                  <a:pt x="11118" y="5773"/>
                  <a:pt x="11814" y="7472"/>
                  <a:pt x="12239" y="9135"/>
                </a:cubicBezTo>
                <a:cubicBezTo>
                  <a:pt x="12485" y="10026"/>
                  <a:pt x="12637" y="10936"/>
                  <a:pt x="12807" y="11846"/>
                </a:cubicBezTo>
                <a:cubicBezTo>
                  <a:pt x="13035" y="13040"/>
                  <a:pt x="13300" y="14216"/>
                  <a:pt x="13623" y="15391"/>
                </a:cubicBezTo>
                <a:cubicBezTo>
                  <a:pt x="13945" y="16547"/>
                  <a:pt x="14324" y="17723"/>
                  <a:pt x="14741" y="18879"/>
                </a:cubicBezTo>
                <a:cubicBezTo>
                  <a:pt x="14912" y="19315"/>
                  <a:pt x="15063" y="19827"/>
                  <a:pt x="15480" y="20092"/>
                </a:cubicBezTo>
                <a:cubicBezTo>
                  <a:pt x="15595" y="20165"/>
                  <a:pt x="15723" y="20199"/>
                  <a:pt x="15849" y="20199"/>
                </a:cubicBezTo>
                <a:cubicBezTo>
                  <a:pt x="16119" y="20199"/>
                  <a:pt x="16382" y="20042"/>
                  <a:pt x="16485" y="19770"/>
                </a:cubicBezTo>
                <a:cubicBezTo>
                  <a:pt x="16694" y="19334"/>
                  <a:pt x="16675" y="18765"/>
                  <a:pt x="16656" y="18292"/>
                </a:cubicBezTo>
                <a:cubicBezTo>
                  <a:pt x="16637" y="17723"/>
                  <a:pt x="16542" y="17154"/>
                  <a:pt x="16428" y="16585"/>
                </a:cubicBezTo>
                <a:cubicBezTo>
                  <a:pt x="16125" y="15467"/>
                  <a:pt x="15746" y="14348"/>
                  <a:pt x="15291" y="13268"/>
                </a:cubicBezTo>
                <a:cubicBezTo>
                  <a:pt x="14419" y="10993"/>
                  <a:pt x="13793" y="8623"/>
                  <a:pt x="13433" y="6216"/>
                </a:cubicBezTo>
                <a:cubicBezTo>
                  <a:pt x="13360" y="5689"/>
                  <a:pt x="13392" y="4465"/>
                  <a:pt x="14163" y="4465"/>
                </a:cubicBezTo>
                <a:cubicBezTo>
                  <a:pt x="14197" y="4465"/>
                  <a:pt x="14231" y="4467"/>
                  <a:pt x="14267" y="4472"/>
                </a:cubicBezTo>
                <a:cubicBezTo>
                  <a:pt x="14741" y="4548"/>
                  <a:pt x="15025" y="5060"/>
                  <a:pt x="15234" y="5439"/>
                </a:cubicBezTo>
                <a:cubicBezTo>
                  <a:pt x="15499" y="5913"/>
                  <a:pt x="15727" y="6406"/>
                  <a:pt x="15935" y="6898"/>
                </a:cubicBezTo>
                <a:cubicBezTo>
                  <a:pt x="16732" y="8946"/>
                  <a:pt x="17111" y="11107"/>
                  <a:pt x="17452" y="13268"/>
                </a:cubicBezTo>
                <a:cubicBezTo>
                  <a:pt x="17623" y="14348"/>
                  <a:pt x="17793" y="15429"/>
                  <a:pt x="18002" y="16510"/>
                </a:cubicBezTo>
                <a:cubicBezTo>
                  <a:pt x="18096" y="17040"/>
                  <a:pt x="18229" y="17590"/>
                  <a:pt x="18362" y="18121"/>
                </a:cubicBezTo>
                <a:cubicBezTo>
                  <a:pt x="18476" y="18557"/>
                  <a:pt x="18627" y="19031"/>
                  <a:pt x="18968" y="19334"/>
                </a:cubicBezTo>
                <a:cubicBezTo>
                  <a:pt x="19197" y="19533"/>
                  <a:pt x="19456" y="19618"/>
                  <a:pt x="19715" y="19618"/>
                </a:cubicBezTo>
                <a:cubicBezTo>
                  <a:pt x="20273" y="19618"/>
                  <a:pt x="20833" y="19220"/>
                  <a:pt x="21092" y="18690"/>
                </a:cubicBezTo>
                <a:cubicBezTo>
                  <a:pt x="21300" y="18178"/>
                  <a:pt x="21338" y="17628"/>
                  <a:pt x="21205" y="17078"/>
                </a:cubicBezTo>
                <a:cubicBezTo>
                  <a:pt x="21111" y="16472"/>
                  <a:pt x="20902" y="15884"/>
                  <a:pt x="20731" y="15277"/>
                </a:cubicBezTo>
                <a:lnTo>
                  <a:pt x="18684" y="7903"/>
                </a:lnTo>
                <a:cubicBezTo>
                  <a:pt x="18514" y="7315"/>
                  <a:pt x="18362" y="6728"/>
                  <a:pt x="18191" y="6102"/>
                </a:cubicBezTo>
                <a:cubicBezTo>
                  <a:pt x="18162" y="6043"/>
                  <a:pt x="18106" y="6015"/>
                  <a:pt x="18051" y="6015"/>
                </a:cubicBezTo>
                <a:cubicBezTo>
                  <a:pt x="17966" y="6015"/>
                  <a:pt x="17884" y="6082"/>
                  <a:pt x="17907" y="6197"/>
                </a:cubicBezTo>
                <a:cubicBezTo>
                  <a:pt x="18589" y="8623"/>
                  <a:pt x="19253" y="11050"/>
                  <a:pt x="19935" y="13476"/>
                </a:cubicBezTo>
                <a:lnTo>
                  <a:pt x="20428" y="15315"/>
                </a:lnTo>
                <a:cubicBezTo>
                  <a:pt x="20599" y="15903"/>
                  <a:pt x="20788" y="16491"/>
                  <a:pt x="20902" y="17078"/>
                </a:cubicBezTo>
                <a:cubicBezTo>
                  <a:pt x="21016" y="17609"/>
                  <a:pt x="21035" y="18216"/>
                  <a:pt x="20750" y="18690"/>
                </a:cubicBezTo>
                <a:cubicBezTo>
                  <a:pt x="20542" y="19050"/>
                  <a:pt x="20144" y="19296"/>
                  <a:pt x="19727" y="19334"/>
                </a:cubicBezTo>
                <a:cubicBezTo>
                  <a:pt x="19253" y="19334"/>
                  <a:pt x="18950" y="18917"/>
                  <a:pt x="18798" y="18519"/>
                </a:cubicBezTo>
                <a:cubicBezTo>
                  <a:pt x="18627" y="18026"/>
                  <a:pt x="18495" y="17533"/>
                  <a:pt x="18400" y="17040"/>
                </a:cubicBezTo>
                <a:cubicBezTo>
                  <a:pt x="18172" y="15979"/>
                  <a:pt x="17983" y="14898"/>
                  <a:pt x="17812" y="13837"/>
                </a:cubicBezTo>
                <a:cubicBezTo>
                  <a:pt x="17452" y="11713"/>
                  <a:pt x="17130" y="9571"/>
                  <a:pt x="16428" y="7524"/>
                </a:cubicBezTo>
                <a:cubicBezTo>
                  <a:pt x="16239" y="7031"/>
                  <a:pt x="16049" y="6538"/>
                  <a:pt x="15822" y="6064"/>
                </a:cubicBezTo>
                <a:cubicBezTo>
                  <a:pt x="15632" y="5590"/>
                  <a:pt x="15386" y="5154"/>
                  <a:pt x="15082" y="4756"/>
                </a:cubicBezTo>
                <a:cubicBezTo>
                  <a:pt x="14841" y="4446"/>
                  <a:pt x="14506" y="4199"/>
                  <a:pt x="14120" y="4199"/>
                </a:cubicBezTo>
                <a:cubicBezTo>
                  <a:pt x="14081" y="4199"/>
                  <a:pt x="14042" y="4201"/>
                  <a:pt x="14002" y="4207"/>
                </a:cubicBezTo>
                <a:cubicBezTo>
                  <a:pt x="13661" y="4282"/>
                  <a:pt x="13395" y="4529"/>
                  <a:pt x="13281" y="4851"/>
                </a:cubicBezTo>
                <a:cubicBezTo>
                  <a:pt x="13149" y="5230"/>
                  <a:pt x="13092" y="5609"/>
                  <a:pt x="13130" y="6007"/>
                </a:cubicBezTo>
                <a:cubicBezTo>
                  <a:pt x="13187" y="6538"/>
                  <a:pt x="13281" y="7088"/>
                  <a:pt x="13395" y="7619"/>
                </a:cubicBezTo>
                <a:cubicBezTo>
                  <a:pt x="13623" y="8794"/>
                  <a:pt x="13907" y="9969"/>
                  <a:pt x="14267" y="11126"/>
                </a:cubicBezTo>
                <a:cubicBezTo>
                  <a:pt x="14608" y="12244"/>
                  <a:pt x="15044" y="13344"/>
                  <a:pt x="15442" y="14443"/>
                </a:cubicBezTo>
                <a:cubicBezTo>
                  <a:pt x="15879" y="15524"/>
                  <a:pt x="16182" y="16642"/>
                  <a:pt x="16333" y="17799"/>
                </a:cubicBezTo>
                <a:cubicBezTo>
                  <a:pt x="16409" y="18329"/>
                  <a:pt x="16390" y="18879"/>
                  <a:pt x="16296" y="19410"/>
                </a:cubicBezTo>
                <a:cubicBezTo>
                  <a:pt x="16277" y="19618"/>
                  <a:pt x="16144" y="19789"/>
                  <a:pt x="15973" y="19884"/>
                </a:cubicBezTo>
                <a:cubicBezTo>
                  <a:pt x="15943" y="19889"/>
                  <a:pt x="15912" y="19892"/>
                  <a:pt x="15882" y="19892"/>
                </a:cubicBezTo>
                <a:cubicBezTo>
                  <a:pt x="15710" y="19892"/>
                  <a:pt x="15558" y="19802"/>
                  <a:pt x="15461" y="19656"/>
                </a:cubicBezTo>
                <a:cubicBezTo>
                  <a:pt x="15329" y="19467"/>
                  <a:pt x="15215" y="19258"/>
                  <a:pt x="15139" y="19031"/>
                </a:cubicBezTo>
                <a:cubicBezTo>
                  <a:pt x="15025" y="18746"/>
                  <a:pt x="14912" y="18481"/>
                  <a:pt x="14817" y="18197"/>
                </a:cubicBezTo>
                <a:cubicBezTo>
                  <a:pt x="14608" y="17628"/>
                  <a:pt x="14419" y="17059"/>
                  <a:pt x="14248" y="16491"/>
                </a:cubicBezTo>
                <a:cubicBezTo>
                  <a:pt x="13888" y="15353"/>
                  <a:pt x="13566" y="14178"/>
                  <a:pt x="13300" y="13003"/>
                </a:cubicBezTo>
                <a:cubicBezTo>
                  <a:pt x="13073" y="12017"/>
                  <a:pt x="12921" y="11031"/>
                  <a:pt x="12694" y="10045"/>
                </a:cubicBezTo>
                <a:cubicBezTo>
                  <a:pt x="12334" y="8377"/>
                  <a:pt x="11822" y="6576"/>
                  <a:pt x="10590" y="5306"/>
                </a:cubicBezTo>
                <a:cubicBezTo>
                  <a:pt x="10305" y="5022"/>
                  <a:pt x="9983" y="4756"/>
                  <a:pt x="9623" y="4548"/>
                </a:cubicBezTo>
                <a:cubicBezTo>
                  <a:pt x="9603" y="4534"/>
                  <a:pt x="9580" y="4528"/>
                  <a:pt x="9558" y="4528"/>
                </a:cubicBezTo>
                <a:cubicBezTo>
                  <a:pt x="9517" y="4528"/>
                  <a:pt x="9477" y="4549"/>
                  <a:pt x="9452" y="4586"/>
                </a:cubicBezTo>
                <a:cubicBezTo>
                  <a:pt x="8978" y="5458"/>
                  <a:pt x="9016" y="6481"/>
                  <a:pt x="9168" y="7448"/>
                </a:cubicBezTo>
                <a:cubicBezTo>
                  <a:pt x="9338" y="8510"/>
                  <a:pt x="9604" y="9571"/>
                  <a:pt x="9869" y="10633"/>
                </a:cubicBezTo>
                <a:cubicBezTo>
                  <a:pt x="10438" y="12832"/>
                  <a:pt x="11101" y="14993"/>
                  <a:pt x="11879" y="17135"/>
                </a:cubicBezTo>
                <a:cubicBezTo>
                  <a:pt x="12182" y="18007"/>
                  <a:pt x="12618" y="19182"/>
                  <a:pt x="11784" y="19922"/>
                </a:cubicBezTo>
                <a:cubicBezTo>
                  <a:pt x="11612" y="20082"/>
                  <a:pt x="11386" y="20166"/>
                  <a:pt x="11158" y="20166"/>
                </a:cubicBezTo>
                <a:cubicBezTo>
                  <a:pt x="11008" y="20166"/>
                  <a:pt x="10858" y="20130"/>
                  <a:pt x="10722" y="20055"/>
                </a:cubicBezTo>
                <a:cubicBezTo>
                  <a:pt x="10400" y="19827"/>
                  <a:pt x="10172" y="19524"/>
                  <a:pt x="10021" y="19182"/>
                </a:cubicBezTo>
                <a:cubicBezTo>
                  <a:pt x="9831" y="18784"/>
                  <a:pt x="9699" y="18367"/>
                  <a:pt x="9585" y="17950"/>
                </a:cubicBezTo>
                <a:lnTo>
                  <a:pt x="9111" y="16244"/>
                </a:lnTo>
                <a:lnTo>
                  <a:pt x="8125" y="12832"/>
                </a:lnTo>
                <a:cubicBezTo>
                  <a:pt x="7822" y="11732"/>
                  <a:pt x="7519" y="10614"/>
                  <a:pt x="7177" y="9514"/>
                </a:cubicBezTo>
                <a:cubicBezTo>
                  <a:pt x="6950" y="8737"/>
                  <a:pt x="6665" y="7903"/>
                  <a:pt x="6059" y="7353"/>
                </a:cubicBezTo>
                <a:cubicBezTo>
                  <a:pt x="5907" y="7221"/>
                  <a:pt x="5737" y="7107"/>
                  <a:pt x="5547" y="7012"/>
                </a:cubicBezTo>
                <a:cubicBezTo>
                  <a:pt x="5534" y="7008"/>
                  <a:pt x="5519" y="7005"/>
                  <a:pt x="5505" y="7005"/>
                </a:cubicBezTo>
                <a:cubicBezTo>
                  <a:pt x="5457" y="7005"/>
                  <a:pt x="5410" y="7030"/>
                  <a:pt x="5395" y="7088"/>
                </a:cubicBezTo>
                <a:cubicBezTo>
                  <a:pt x="5054" y="9041"/>
                  <a:pt x="5661" y="10936"/>
                  <a:pt x="6305" y="12775"/>
                </a:cubicBezTo>
                <a:cubicBezTo>
                  <a:pt x="6628" y="13723"/>
                  <a:pt x="6988" y="14671"/>
                  <a:pt x="7253" y="15638"/>
                </a:cubicBezTo>
                <a:cubicBezTo>
                  <a:pt x="7386" y="16093"/>
                  <a:pt x="7481" y="16566"/>
                  <a:pt x="7537" y="17059"/>
                </a:cubicBezTo>
                <a:cubicBezTo>
                  <a:pt x="7556" y="17457"/>
                  <a:pt x="7481" y="17969"/>
                  <a:pt x="7064" y="18121"/>
                </a:cubicBezTo>
                <a:cubicBezTo>
                  <a:pt x="6994" y="18147"/>
                  <a:pt x="6924" y="18158"/>
                  <a:pt x="6855" y="18158"/>
                </a:cubicBezTo>
                <a:cubicBezTo>
                  <a:pt x="6568" y="18158"/>
                  <a:pt x="6295" y="17959"/>
                  <a:pt x="6097" y="17761"/>
                </a:cubicBezTo>
                <a:cubicBezTo>
                  <a:pt x="5774" y="17438"/>
                  <a:pt x="5547" y="17059"/>
                  <a:pt x="5376" y="16642"/>
                </a:cubicBezTo>
                <a:cubicBezTo>
                  <a:pt x="4959" y="15619"/>
                  <a:pt x="4561" y="14595"/>
                  <a:pt x="4182" y="13571"/>
                </a:cubicBezTo>
                <a:cubicBezTo>
                  <a:pt x="3405" y="11505"/>
                  <a:pt x="2703" y="9401"/>
                  <a:pt x="2059" y="7278"/>
                </a:cubicBezTo>
                <a:cubicBezTo>
                  <a:pt x="1414" y="5154"/>
                  <a:pt x="846" y="3012"/>
                  <a:pt x="334" y="851"/>
                </a:cubicBezTo>
                <a:cubicBezTo>
                  <a:pt x="277" y="586"/>
                  <a:pt x="220" y="320"/>
                  <a:pt x="163" y="55"/>
                </a:cubicBezTo>
                <a:cubicBezTo>
                  <a:pt x="156" y="17"/>
                  <a:pt x="126" y="0"/>
                  <a:pt x="95" y="0"/>
                </a:cubicBezTo>
                <a:close/>
              </a:path>
            </a:pathLst>
          </a:custGeom>
          <a:solidFill>
            <a:srgbClr val="1C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545" name="Google Shape;545;p9"/>
          <p:cNvGrpSpPr/>
          <p:nvPr/>
        </p:nvGrpSpPr>
        <p:grpSpPr>
          <a:xfrm rot="-6629356">
            <a:off x="7495291" y="3526103"/>
            <a:ext cx="1344346" cy="2469672"/>
            <a:chOff x="272875" y="1419395"/>
            <a:chExt cx="255950" cy="563168"/>
          </a:xfrm>
        </p:grpSpPr>
        <p:sp>
          <p:nvSpPr>
            <p:cNvPr id="546" name="Google Shape;546;p9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7" name="Google Shape;547;p9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8" name="Google Shape;548;p9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9" name="Google Shape;549;p9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0" name="Google Shape;550;p9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1" name="Google Shape;551;p9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2" name="Google Shape;552;p9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3" name="Google Shape;553;p9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4" name="Google Shape;554;p9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5" name="Google Shape;555;p9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6" name="Google Shape;556;p9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7" name="Google Shape;557;p9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8" name="Google Shape;558;p9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9" name="Google Shape;559;p9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0" name="Google Shape;560;p9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1" name="Google Shape;561;p9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2" name="Google Shape;562;p9"/>
            <p:cNvSpPr/>
            <p:nvPr/>
          </p:nvSpPr>
          <p:spPr>
            <a:xfrm>
              <a:off x="369050" y="1615955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3" name="Google Shape;563;p9"/>
            <p:cNvSpPr/>
            <p:nvPr/>
          </p:nvSpPr>
          <p:spPr>
            <a:xfrm>
              <a:off x="490635" y="1582215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4" name="Google Shape;564;p9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5" name="Google Shape;565;p9"/>
            <p:cNvSpPr/>
            <p:nvPr/>
          </p:nvSpPr>
          <p:spPr>
            <a:xfrm>
              <a:off x="438343" y="1487068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6" name="Google Shape;566;p9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7" name="Google Shape;567;p9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8" name="Google Shape;568;p9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9" name="Google Shape;569;p9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0" name="Google Shape;570;p9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1" name="Google Shape;571;p9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2" name="Google Shape;572;p9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3" name="Google Shape;573;p9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4" name="Google Shape;574;p9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5" name="Google Shape;575;p9"/>
            <p:cNvSpPr/>
            <p:nvPr/>
          </p:nvSpPr>
          <p:spPr>
            <a:xfrm>
              <a:off x="360075" y="195388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6" name="Google Shape;576;p9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7" name="Google Shape;577;p9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8" name="Google Shape;578;p9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9" name="Google Shape;579;p9"/>
            <p:cNvSpPr/>
            <p:nvPr/>
          </p:nvSpPr>
          <p:spPr>
            <a:xfrm>
              <a:off x="394558" y="1560904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" name="Google Shape;580;p9"/>
            <p:cNvSpPr/>
            <p:nvPr/>
          </p:nvSpPr>
          <p:spPr>
            <a:xfrm>
              <a:off x="418850" y="1419395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581" name="Google Shape;581;p9"/>
          <p:cNvPicPr preferRelativeResize="0"/>
          <p:nvPr/>
        </p:nvPicPr>
        <p:blipFill>
          <a:blip r:embed="rId3">
            <a:alphaModFix amt="82000"/>
          </a:blip>
          <a:stretch>
            <a:fillRect/>
          </a:stretch>
        </p:blipFill>
        <p:spPr>
          <a:xfrm rot="-5400005">
            <a:off x="-1096437" y="-959501"/>
            <a:ext cx="3632875" cy="2999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0"/>
          <p:cNvSpPr txBox="1">
            <a:spLocks noGrp="1"/>
          </p:cNvSpPr>
          <p:nvPr>
            <p:ph type="title"/>
          </p:nvPr>
        </p:nvSpPr>
        <p:spPr>
          <a:xfrm>
            <a:off x="720000" y="3314050"/>
            <a:ext cx="7704000" cy="125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5" name="Google Shape;585;p11"/>
          <p:cNvPicPr preferRelativeResize="0"/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 rot="8456486" flipH="1">
            <a:off x="4213816" y="1684455"/>
            <a:ext cx="3297389" cy="2276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11"/>
          <p:cNvPicPr preferRelativeResize="0"/>
          <p:nvPr/>
        </p:nvPicPr>
        <p:blipFill>
          <a:blip r:embed="rId3">
            <a:alphaModFix amt="74000"/>
          </a:blip>
          <a:stretch>
            <a:fillRect/>
          </a:stretch>
        </p:blipFill>
        <p:spPr>
          <a:xfrm rot="-5809801" flipH="1">
            <a:off x="2079893" y="1275092"/>
            <a:ext cx="2894870" cy="2593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11"/>
          <p:cNvPicPr preferRelativeResize="0"/>
          <p:nvPr/>
        </p:nvPicPr>
        <p:blipFill>
          <a:blip r:embed="rId4">
            <a:alphaModFix amt="76000"/>
          </a:blip>
          <a:stretch>
            <a:fillRect/>
          </a:stretch>
        </p:blipFill>
        <p:spPr>
          <a:xfrm rot="9663874">
            <a:off x="-831963" y="211855"/>
            <a:ext cx="9577978" cy="3566814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89" name="Google Shape;589;p11"/>
          <p:cNvSpPr txBox="1">
            <a:spLocks noGrp="1"/>
          </p:cNvSpPr>
          <p:nvPr>
            <p:ph type="subTitle" idx="1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id="590" name="Google Shape;590;p11"/>
          <p:cNvPicPr preferRelativeResize="0"/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 rot="8456486" flipH="1">
            <a:off x="7252441" y="4177105"/>
            <a:ext cx="3297389" cy="22766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1" name="Google Shape;591;p11"/>
          <p:cNvGrpSpPr/>
          <p:nvPr/>
        </p:nvGrpSpPr>
        <p:grpSpPr>
          <a:xfrm rot="2700046">
            <a:off x="8023488" y="3760130"/>
            <a:ext cx="1344367" cy="1995327"/>
            <a:chOff x="272875" y="1527563"/>
            <a:chExt cx="255950" cy="455000"/>
          </a:xfrm>
        </p:grpSpPr>
        <p:sp>
          <p:nvSpPr>
            <p:cNvPr id="592" name="Google Shape;592;p11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3" name="Google Shape;593;p11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4" name="Google Shape;594;p11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8" name="Google Shape;598;p11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9" name="Google Shape;599;p11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3" name="Google Shape;603;p11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4" name="Google Shape;604;p11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5" name="Google Shape;605;p11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6" name="Google Shape;606;p11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7" name="Google Shape;607;p11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8" name="Google Shape;608;p11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9" name="Google Shape;609;p11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0" name="Google Shape;610;p11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3" name="Google Shape;613;p11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4" name="Google Shape;614;p11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7" name="Google Shape;617;p11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8" name="Google Shape;618;p11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1" name="Google Shape;621;p11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2" name="Google Shape;622;p11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3" name="Google Shape;623;p11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4" name="Google Shape;624;p11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5" name="Google Shape;625;p11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6" name="Google Shape;626;p11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627" name="Google Shape;627;p11"/>
          <p:cNvPicPr preferRelativeResize="0"/>
          <p:nvPr/>
        </p:nvPicPr>
        <p:blipFill>
          <a:blip r:embed="rId4">
            <a:alphaModFix amt="76000"/>
          </a:blip>
          <a:stretch>
            <a:fillRect/>
          </a:stretch>
        </p:blipFill>
        <p:spPr>
          <a:xfrm rot="9663874">
            <a:off x="-3354179" y="-1777728"/>
            <a:ext cx="7605805" cy="28323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8" name="Google Shape;628;p11"/>
          <p:cNvGrpSpPr/>
          <p:nvPr/>
        </p:nvGrpSpPr>
        <p:grpSpPr>
          <a:xfrm rot="-7181356">
            <a:off x="474922" y="-1462434"/>
            <a:ext cx="1344356" cy="2469645"/>
            <a:chOff x="272875" y="1419395"/>
            <a:chExt cx="255950" cy="563168"/>
          </a:xfrm>
        </p:grpSpPr>
        <p:sp>
          <p:nvSpPr>
            <p:cNvPr id="629" name="Google Shape;629;p11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0" name="Google Shape;630;p11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1" name="Google Shape;631;p11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2" name="Google Shape;632;p11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3" name="Google Shape;633;p11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4" name="Google Shape;634;p11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5" name="Google Shape;635;p11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6" name="Google Shape;636;p11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7" name="Google Shape;637;p11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8" name="Google Shape;638;p11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9" name="Google Shape;639;p11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0" name="Google Shape;640;p11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1" name="Google Shape;641;p11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2" name="Google Shape;642;p11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3" name="Google Shape;643;p11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4" name="Google Shape;644;p11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5" name="Google Shape;645;p11"/>
            <p:cNvSpPr/>
            <p:nvPr/>
          </p:nvSpPr>
          <p:spPr>
            <a:xfrm>
              <a:off x="369050" y="1615955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6" name="Google Shape;646;p11"/>
            <p:cNvSpPr/>
            <p:nvPr/>
          </p:nvSpPr>
          <p:spPr>
            <a:xfrm>
              <a:off x="490635" y="1582215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7" name="Google Shape;647;p11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8" name="Google Shape;648;p11"/>
            <p:cNvSpPr/>
            <p:nvPr/>
          </p:nvSpPr>
          <p:spPr>
            <a:xfrm>
              <a:off x="438343" y="1487068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9" name="Google Shape;649;p11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0" name="Google Shape;650;p11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1" name="Google Shape;651;p11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2" name="Google Shape;652;p11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3" name="Google Shape;653;p11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4" name="Google Shape;654;p11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5" name="Google Shape;655;p11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6" name="Google Shape;656;p11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7" name="Google Shape;657;p11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8" name="Google Shape;658;p11"/>
            <p:cNvSpPr/>
            <p:nvPr/>
          </p:nvSpPr>
          <p:spPr>
            <a:xfrm>
              <a:off x="360075" y="195388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9" name="Google Shape;659;p11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0" name="Google Shape;660;p11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1" name="Google Shape;661;p11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2" name="Google Shape;662;p11"/>
            <p:cNvSpPr/>
            <p:nvPr/>
          </p:nvSpPr>
          <p:spPr>
            <a:xfrm>
              <a:off x="394558" y="1560904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3" name="Google Shape;663;p11"/>
            <p:cNvSpPr/>
            <p:nvPr/>
          </p:nvSpPr>
          <p:spPr>
            <a:xfrm>
              <a:off x="418850" y="1419395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664" name="Google Shape;664;p11"/>
          <p:cNvSpPr/>
          <p:nvPr/>
        </p:nvSpPr>
        <p:spPr>
          <a:xfrm rot="3011561">
            <a:off x="7155837" y="4854310"/>
            <a:ext cx="1345837" cy="1286867"/>
          </a:xfrm>
          <a:custGeom>
            <a:avLst/>
            <a:gdLst/>
            <a:ahLst/>
            <a:cxnLst/>
            <a:rect l="l" t="t" r="r" b="b"/>
            <a:pathLst>
              <a:path w="21339" h="20404" extrusionOk="0">
                <a:moveTo>
                  <a:pt x="95" y="0"/>
                </a:moveTo>
                <a:cubicBezTo>
                  <a:pt x="50" y="0"/>
                  <a:pt x="0" y="36"/>
                  <a:pt x="12" y="93"/>
                </a:cubicBezTo>
                <a:cubicBezTo>
                  <a:pt x="485" y="2330"/>
                  <a:pt x="1054" y="4567"/>
                  <a:pt x="1680" y="6766"/>
                </a:cubicBezTo>
                <a:cubicBezTo>
                  <a:pt x="2324" y="8965"/>
                  <a:pt x="3045" y="11126"/>
                  <a:pt x="3822" y="13249"/>
                </a:cubicBezTo>
                <a:cubicBezTo>
                  <a:pt x="4220" y="14330"/>
                  <a:pt x="4618" y="15391"/>
                  <a:pt x="5054" y="16453"/>
                </a:cubicBezTo>
                <a:cubicBezTo>
                  <a:pt x="5225" y="16889"/>
                  <a:pt x="5433" y="17287"/>
                  <a:pt x="5699" y="17666"/>
                </a:cubicBezTo>
                <a:cubicBezTo>
                  <a:pt x="5926" y="17988"/>
                  <a:pt x="6267" y="18216"/>
                  <a:pt x="6646" y="18348"/>
                </a:cubicBezTo>
                <a:cubicBezTo>
                  <a:pt x="6705" y="18361"/>
                  <a:pt x="6764" y="18368"/>
                  <a:pt x="6823" y="18368"/>
                </a:cubicBezTo>
                <a:cubicBezTo>
                  <a:pt x="7107" y="18368"/>
                  <a:pt x="7384" y="18221"/>
                  <a:pt x="7556" y="17969"/>
                </a:cubicBezTo>
                <a:cubicBezTo>
                  <a:pt x="7746" y="17609"/>
                  <a:pt x="7784" y="17173"/>
                  <a:pt x="7708" y="16775"/>
                </a:cubicBezTo>
                <a:cubicBezTo>
                  <a:pt x="7519" y="15770"/>
                  <a:pt x="7253" y="14784"/>
                  <a:pt x="6893" y="13837"/>
                </a:cubicBezTo>
                <a:cubicBezTo>
                  <a:pt x="6248" y="11941"/>
                  <a:pt x="5414" y="9969"/>
                  <a:pt x="5528" y="7922"/>
                </a:cubicBezTo>
                <a:cubicBezTo>
                  <a:pt x="5543" y="7707"/>
                  <a:pt x="5559" y="7504"/>
                  <a:pt x="5594" y="7294"/>
                </a:cubicBezTo>
                <a:lnTo>
                  <a:pt x="5594" y="7294"/>
                </a:lnTo>
                <a:cubicBezTo>
                  <a:pt x="6312" y="7702"/>
                  <a:pt x="6661" y="8502"/>
                  <a:pt x="6893" y="9268"/>
                </a:cubicBezTo>
                <a:cubicBezTo>
                  <a:pt x="7234" y="10349"/>
                  <a:pt x="7519" y="11467"/>
                  <a:pt x="7822" y="12567"/>
                </a:cubicBezTo>
                <a:lnTo>
                  <a:pt x="8789" y="16036"/>
                </a:lnTo>
                <a:cubicBezTo>
                  <a:pt x="8940" y="16604"/>
                  <a:pt x="9111" y="17173"/>
                  <a:pt x="9263" y="17742"/>
                </a:cubicBezTo>
                <a:cubicBezTo>
                  <a:pt x="9376" y="18216"/>
                  <a:pt x="9509" y="18652"/>
                  <a:pt x="9699" y="19107"/>
                </a:cubicBezTo>
                <a:cubicBezTo>
                  <a:pt x="9966" y="19713"/>
                  <a:pt x="10452" y="20404"/>
                  <a:pt x="11172" y="20404"/>
                </a:cubicBezTo>
                <a:cubicBezTo>
                  <a:pt x="11217" y="20404"/>
                  <a:pt x="11263" y="20401"/>
                  <a:pt x="11310" y="20396"/>
                </a:cubicBezTo>
                <a:cubicBezTo>
                  <a:pt x="11708" y="20339"/>
                  <a:pt x="12068" y="20092"/>
                  <a:pt x="12258" y="19732"/>
                </a:cubicBezTo>
                <a:cubicBezTo>
                  <a:pt x="12485" y="19334"/>
                  <a:pt x="12580" y="18860"/>
                  <a:pt x="12504" y="18405"/>
                </a:cubicBezTo>
                <a:cubicBezTo>
                  <a:pt x="12390" y="17855"/>
                  <a:pt x="12239" y="17306"/>
                  <a:pt x="12030" y="16794"/>
                </a:cubicBezTo>
                <a:cubicBezTo>
                  <a:pt x="11841" y="16263"/>
                  <a:pt x="11651" y="15713"/>
                  <a:pt x="11462" y="15183"/>
                </a:cubicBezTo>
                <a:cubicBezTo>
                  <a:pt x="11101" y="14083"/>
                  <a:pt x="10779" y="12965"/>
                  <a:pt x="10457" y="11865"/>
                </a:cubicBezTo>
                <a:cubicBezTo>
                  <a:pt x="10154" y="10766"/>
                  <a:pt x="9869" y="9628"/>
                  <a:pt x="9623" y="8491"/>
                </a:cubicBezTo>
                <a:cubicBezTo>
                  <a:pt x="9414" y="7486"/>
                  <a:pt x="9168" y="6424"/>
                  <a:pt x="9414" y="5420"/>
                </a:cubicBezTo>
                <a:cubicBezTo>
                  <a:pt x="9462" y="5197"/>
                  <a:pt x="9536" y="5002"/>
                  <a:pt x="9626" y="4810"/>
                </a:cubicBezTo>
                <a:lnTo>
                  <a:pt x="9626" y="4810"/>
                </a:lnTo>
                <a:cubicBezTo>
                  <a:pt x="11118" y="5773"/>
                  <a:pt x="11814" y="7472"/>
                  <a:pt x="12239" y="9135"/>
                </a:cubicBezTo>
                <a:cubicBezTo>
                  <a:pt x="12485" y="10026"/>
                  <a:pt x="12637" y="10936"/>
                  <a:pt x="12807" y="11846"/>
                </a:cubicBezTo>
                <a:cubicBezTo>
                  <a:pt x="13035" y="13040"/>
                  <a:pt x="13300" y="14216"/>
                  <a:pt x="13623" y="15391"/>
                </a:cubicBezTo>
                <a:cubicBezTo>
                  <a:pt x="13945" y="16547"/>
                  <a:pt x="14324" y="17723"/>
                  <a:pt x="14741" y="18879"/>
                </a:cubicBezTo>
                <a:cubicBezTo>
                  <a:pt x="14912" y="19315"/>
                  <a:pt x="15063" y="19827"/>
                  <a:pt x="15480" y="20092"/>
                </a:cubicBezTo>
                <a:cubicBezTo>
                  <a:pt x="15595" y="20165"/>
                  <a:pt x="15723" y="20199"/>
                  <a:pt x="15849" y="20199"/>
                </a:cubicBezTo>
                <a:cubicBezTo>
                  <a:pt x="16119" y="20199"/>
                  <a:pt x="16382" y="20042"/>
                  <a:pt x="16485" y="19770"/>
                </a:cubicBezTo>
                <a:cubicBezTo>
                  <a:pt x="16694" y="19334"/>
                  <a:pt x="16675" y="18765"/>
                  <a:pt x="16656" y="18292"/>
                </a:cubicBezTo>
                <a:cubicBezTo>
                  <a:pt x="16637" y="17723"/>
                  <a:pt x="16542" y="17154"/>
                  <a:pt x="16428" y="16585"/>
                </a:cubicBezTo>
                <a:cubicBezTo>
                  <a:pt x="16125" y="15467"/>
                  <a:pt x="15746" y="14348"/>
                  <a:pt x="15291" y="13268"/>
                </a:cubicBezTo>
                <a:cubicBezTo>
                  <a:pt x="14419" y="10993"/>
                  <a:pt x="13793" y="8623"/>
                  <a:pt x="13433" y="6216"/>
                </a:cubicBezTo>
                <a:cubicBezTo>
                  <a:pt x="13360" y="5689"/>
                  <a:pt x="13392" y="4465"/>
                  <a:pt x="14163" y="4465"/>
                </a:cubicBezTo>
                <a:cubicBezTo>
                  <a:pt x="14197" y="4465"/>
                  <a:pt x="14231" y="4467"/>
                  <a:pt x="14267" y="4472"/>
                </a:cubicBezTo>
                <a:cubicBezTo>
                  <a:pt x="14741" y="4548"/>
                  <a:pt x="15025" y="5060"/>
                  <a:pt x="15234" y="5439"/>
                </a:cubicBezTo>
                <a:cubicBezTo>
                  <a:pt x="15499" y="5913"/>
                  <a:pt x="15727" y="6406"/>
                  <a:pt x="15935" y="6898"/>
                </a:cubicBezTo>
                <a:cubicBezTo>
                  <a:pt x="16732" y="8946"/>
                  <a:pt x="17111" y="11107"/>
                  <a:pt x="17452" y="13268"/>
                </a:cubicBezTo>
                <a:cubicBezTo>
                  <a:pt x="17623" y="14348"/>
                  <a:pt x="17793" y="15429"/>
                  <a:pt x="18002" y="16510"/>
                </a:cubicBezTo>
                <a:cubicBezTo>
                  <a:pt x="18096" y="17040"/>
                  <a:pt x="18229" y="17590"/>
                  <a:pt x="18362" y="18121"/>
                </a:cubicBezTo>
                <a:cubicBezTo>
                  <a:pt x="18476" y="18557"/>
                  <a:pt x="18627" y="19031"/>
                  <a:pt x="18968" y="19334"/>
                </a:cubicBezTo>
                <a:cubicBezTo>
                  <a:pt x="19197" y="19533"/>
                  <a:pt x="19456" y="19618"/>
                  <a:pt x="19715" y="19618"/>
                </a:cubicBezTo>
                <a:cubicBezTo>
                  <a:pt x="20273" y="19618"/>
                  <a:pt x="20833" y="19220"/>
                  <a:pt x="21092" y="18690"/>
                </a:cubicBezTo>
                <a:cubicBezTo>
                  <a:pt x="21300" y="18178"/>
                  <a:pt x="21338" y="17628"/>
                  <a:pt x="21205" y="17078"/>
                </a:cubicBezTo>
                <a:cubicBezTo>
                  <a:pt x="21111" y="16472"/>
                  <a:pt x="20902" y="15884"/>
                  <a:pt x="20731" y="15277"/>
                </a:cubicBezTo>
                <a:lnTo>
                  <a:pt x="18684" y="7903"/>
                </a:lnTo>
                <a:cubicBezTo>
                  <a:pt x="18514" y="7315"/>
                  <a:pt x="18362" y="6728"/>
                  <a:pt x="18191" y="6102"/>
                </a:cubicBezTo>
                <a:cubicBezTo>
                  <a:pt x="18162" y="6043"/>
                  <a:pt x="18106" y="6015"/>
                  <a:pt x="18051" y="6015"/>
                </a:cubicBezTo>
                <a:cubicBezTo>
                  <a:pt x="17966" y="6015"/>
                  <a:pt x="17884" y="6082"/>
                  <a:pt x="17907" y="6197"/>
                </a:cubicBezTo>
                <a:cubicBezTo>
                  <a:pt x="18589" y="8623"/>
                  <a:pt x="19253" y="11050"/>
                  <a:pt x="19935" y="13476"/>
                </a:cubicBezTo>
                <a:lnTo>
                  <a:pt x="20428" y="15315"/>
                </a:lnTo>
                <a:cubicBezTo>
                  <a:pt x="20599" y="15903"/>
                  <a:pt x="20788" y="16491"/>
                  <a:pt x="20902" y="17078"/>
                </a:cubicBezTo>
                <a:cubicBezTo>
                  <a:pt x="21016" y="17609"/>
                  <a:pt x="21035" y="18216"/>
                  <a:pt x="20750" y="18690"/>
                </a:cubicBezTo>
                <a:cubicBezTo>
                  <a:pt x="20542" y="19050"/>
                  <a:pt x="20144" y="19296"/>
                  <a:pt x="19727" y="19334"/>
                </a:cubicBezTo>
                <a:cubicBezTo>
                  <a:pt x="19253" y="19334"/>
                  <a:pt x="18950" y="18917"/>
                  <a:pt x="18798" y="18519"/>
                </a:cubicBezTo>
                <a:cubicBezTo>
                  <a:pt x="18627" y="18026"/>
                  <a:pt x="18495" y="17533"/>
                  <a:pt x="18400" y="17040"/>
                </a:cubicBezTo>
                <a:cubicBezTo>
                  <a:pt x="18172" y="15979"/>
                  <a:pt x="17983" y="14898"/>
                  <a:pt x="17812" y="13837"/>
                </a:cubicBezTo>
                <a:cubicBezTo>
                  <a:pt x="17452" y="11713"/>
                  <a:pt x="17130" y="9571"/>
                  <a:pt x="16428" y="7524"/>
                </a:cubicBezTo>
                <a:cubicBezTo>
                  <a:pt x="16239" y="7031"/>
                  <a:pt x="16049" y="6538"/>
                  <a:pt x="15822" y="6064"/>
                </a:cubicBezTo>
                <a:cubicBezTo>
                  <a:pt x="15632" y="5590"/>
                  <a:pt x="15386" y="5154"/>
                  <a:pt x="15082" y="4756"/>
                </a:cubicBezTo>
                <a:cubicBezTo>
                  <a:pt x="14841" y="4446"/>
                  <a:pt x="14506" y="4199"/>
                  <a:pt x="14120" y="4199"/>
                </a:cubicBezTo>
                <a:cubicBezTo>
                  <a:pt x="14081" y="4199"/>
                  <a:pt x="14042" y="4201"/>
                  <a:pt x="14002" y="4207"/>
                </a:cubicBezTo>
                <a:cubicBezTo>
                  <a:pt x="13661" y="4282"/>
                  <a:pt x="13395" y="4529"/>
                  <a:pt x="13281" y="4851"/>
                </a:cubicBezTo>
                <a:cubicBezTo>
                  <a:pt x="13149" y="5230"/>
                  <a:pt x="13092" y="5609"/>
                  <a:pt x="13130" y="6007"/>
                </a:cubicBezTo>
                <a:cubicBezTo>
                  <a:pt x="13187" y="6538"/>
                  <a:pt x="13281" y="7088"/>
                  <a:pt x="13395" y="7619"/>
                </a:cubicBezTo>
                <a:cubicBezTo>
                  <a:pt x="13623" y="8794"/>
                  <a:pt x="13907" y="9969"/>
                  <a:pt x="14267" y="11126"/>
                </a:cubicBezTo>
                <a:cubicBezTo>
                  <a:pt x="14608" y="12244"/>
                  <a:pt x="15044" y="13344"/>
                  <a:pt x="15442" y="14443"/>
                </a:cubicBezTo>
                <a:cubicBezTo>
                  <a:pt x="15879" y="15524"/>
                  <a:pt x="16182" y="16642"/>
                  <a:pt x="16333" y="17799"/>
                </a:cubicBezTo>
                <a:cubicBezTo>
                  <a:pt x="16409" y="18329"/>
                  <a:pt x="16390" y="18879"/>
                  <a:pt x="16296" y="19410"/>
                </a:cubicBezTo>
                <a:cubicBezTo>
                  <a:pt x="16277" y="19618"/>
                  <a:pt x="16144" y="19789"/>
                  <a:pt x="15973" y="19884"/>
                </a:cubicBezTo>
                <a:cubicBezTo>
                  <a:pt x="15943" y="19889"/>
                  <a:pt x="15912" y="19892"/>
                  <a:pt x="15882" y="19892"/>
                </a:cubicBezTo>
                <a:cubicBezTo>
                  <a:pt x="15710" y="19892"/>
                  <a:pt x="15558" y="19802"/>
                  <a:pt x="15461" y="19656"/>
                </a:cubicBezTo>
                <a:cubicBezTo>
                  <a:pt x="15329" y="19467"/>
                  <a:pt x="15215" y="19258"/>
                  <a:pt x="15139" y="19031"/>
                </a:cubicBezTo>
                <a:cubicBezTo>
                  <a:pt x="15025" y="18746"/>
                  <a:pt x="14912" y="18481"/>
                  <a:pt x="14817" y="18197"/>
                </a:cubicBezTo>
                <a:cubicBezTo>
                  <a:pt x="14608" y="17628"/>
                  <a:pt x="14419" y="17059"/>
                  <a:pt x="14248" y="16491"/>
                </a:cubicBezTo>
                <a:cubicBezTo>
                  <a:pt x="13888" y="15353"/>
                  <a:pt x="13566" y="14178"/>
                  <a:pt x="13300" y="13003"/>
                </a:cubicBezTo>
                <a:cubicBezTo>
                  <a:pt x="13073" y="12017"/>
                  <a:pt x="12921" y="11031"/>
                  <a:pt x="12694" y="10045"/>
                </a:cubicBezTo>
                <a:cubicBezTo>
                  <a:pt x="12334" y="8377"/>
                  <a:pt x="11822" y="6576"/>
                  <a:pt x="10590" y="5306"/>
                </a:cubicBezTo>
                <a:cubicBezTo>
                  <a:pt x="10305" y="5022"/>
                  <a:pt x="9983" y="4756"/>
                  <a:pt x="9623" y="4548"/>
                </a:cubicBezTo>
                <a:cubicBezTo>
                  <a:pt x="9603" y="4534"/>
                  <a:pt x="9580" y="4528"/>
                  <a:pt x="9558" y="4528"/>
                </a:cubicBezTo>
                <a:cubicBezTo>
                  <a:pt x="9517" y="4528"/>
                  <a:pt x="9477" y="4549"/>
                  <a:pt x="9452" y="4586"/>
                </a:cubicBezTo>
                <a:cubicBezTo>
                  <a:pt x="8978" y="5458"/>
                  <a:pt x="9016" y="6481"/>
                  <a:pt x="9168" y="7448"/>
                </a:cubicBezTo>
                <a:cubicBezTo>
                  <a:pt x="9338" y="8510"/>
                  <a:pt x="9604" y="9571"/>
                  <a:pt x="9869" y="10633"/>
                </a:cubicBezTo>
                <a:cubicBezTo>
                  <a:pt x="10438" y="12832"/>
                  <a:pt x="11101" y="14993"/>
                  <a:pt x="11879" y="17135"/>
                </a:cubicBezTo>
                <a:cubicBezTo>
                  <a:pt x="12182" y="18007"/>
                  <a:pt x="12618" y="19182"/>
                  <a:pt x="11784" y="19922"/>
                </a:cubicBezTo>
                <a:cubicBezTo>
                  <a:pt x="11612" y="20082"/>
                  <a:pt x="11386" y="20166"/>
                  <a:pt x="11158" y="20166"/>
                </a:cubicBezTo>
                <a:cubicBezTo>
                  <a:pt x="11008" y="20166"/>
                  <a:pt x="10858" y="20130"/>
                  <a:pt x="10722" y="20055"/>
                </a:cubicBezTo>
                <a:cubicBezTo>
                  <a:pt x="10400" y="19827"/>
                  <a:pt x="10172" y="19524"/>
                  <a:pt x="10021" y="19182"/>
                </a:cubicBezTo>
                <a:cubicBezTo>
                  <a:pt x="9831" y="18784"/>
                  <a:pt x="9699" y="18367"/>
                  <a:pt x="9585" y="17950"/>
                </a:cubicBezTo>
                <a:lnTo>
                  <a:pt x="9111" y="16244"/>
                </a:lnTo>
                <a:lnTo>
                  <a:pt x="8125" y="12832"/>
                </a:lnTo>
                <a:cubicBezTo>
                  <a:pt x="7822" y="11732"/>
                  <a:pt x="7519" y="10614"/>
                  <a:pt x="7177" y="9514"/>
                </a:cubicBezTo>
                <a:cubicBezTo>
                  <a:pt x="6950" y="8737"/>
                  <a:pt x="6665" y="7903"/>
                  <a:pt x="6059" y="7353"/>
                </a:cubicBezTo>
                <a:cubicBezTo>
                  <a:pt x="5907" y="7221"/>
                  <a:pt x="5737" y="7107"/>
                  <a:pt x="5547" y="7012"/>
                </a:cubicBezTo>
                <a:cubicBezTo>
                  <a:pt x="5534" y="7008"/>
                  <a:pt x="5519" y="7005"/>
                  <a:pt x="5505" y="7005"/>
                </a:cubicBezTo>
                <a:cubicBezTo>
                  <a:pt x="5457" y="7005"/>
                  <a:pt x="5410" y="7030"/>
                  <a:pt x="5395" y="7088"/>
                </a:cubicBezTo>
                <a:cubicBezTo>
                  <a:pt x="5054" y="9041"/>
                  <a:pt x="5661" y="10936"/>
                  <a:pt x="6305" y="12775"/>
                </a:cubicBezTo>
                <a:cubicBezTo>
                  <a:pt x="6628" y="13723"/>
                  <a:pt x="6988" y="14671"/>
                  <a:pt x="7253" y="15638"/>
                </a:cubicBezTo>
                <a:cubicBezTo>
                  <a:pt x="7386" y="16093"/>
                  <a:pt x="7481" y="16566"/>
                  <a:pt x="7537" y="17059"/>
                </a:cubicBezTo>
                <a:cubicBezTo>
                  <a:pt x="7556" y="17457"/>
                  <a:pt x="7481" y="17969"/>
                  <a:pt x="7064" y="18121"/>
                </a:cubicBezTo>
                <a:cubicBezTo>
                  <a:pt x="6994" y="18147"/>
                  <a:pt x="6924" y="18158"/>
                  <a:pt x="6855" y="18158"/>
                </a:cubicBezTo>
                <a:cubicBezTo>
                  <a:pt x="6568" y="18158"/>
                  <a:pt x="6295" y="17959"/>
                  <a:pt x="6097" y="17761"/>
                </a:cubicBezTo>
                <a:cubicBezTo>
                  <a:pt x="5774" y="17438"/>
                  <a:pt x="5547" y="17059"/>
                  <a:pt x="5376" y="16642"/>
                </a:cubicBezTo>
                <a:cubicBezTo>
                  <a:pt x="4959" y="15619"/>
                  <a:pt x="4561" y="14595"/>
                  <a:pt x="4182" y="13571"/>
                </a:cubicBezTo>
                <a:cubicBezTo>
                  <a:pt x="3405" y="11505"/>
                  <a:pt x="2703" y="9401"/>
                  <a:pt x="2059" y="7278"/>
                </a:cubicBezTo>
                <a:cubicBezTo>
                  <a:pt x="1414" y="5154"/>
                  <a:pt x="846" y="3012"/>
                  <a:pt x="334" y="851"/>
                </a:cubicBezTo>
                <a:cubicBezTo>
                  <a:pt x="277" y="586"/>
                  <a:pt x="220" y="320"/>
                  <a:pt x="163" y="55"/>
                </a:cubicBezTo>
                <a:cubicBezTo>
                  <a:pt x="156" y="17"/>
                  <a:pt x="126" y="0"/>
                  <a:pt x="95" y="0"/>
                </a:cubicBezTo>
                <a:close/>
              </a:path>
            </a:pathLst>
          </a:custGeom>
          <a:solidFill>
            <a:srgbClr val="1C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65" name="Google Shape;665;p11"/>
          <p:cNvSpPr/>
          <p:nvPr/>
        </p:nvSpPr>
        <p:spPr>
          <a:xfrm rot="-9900083">
            <a:off x="-1242749" y="2125430"/>
            <a:ext cx="3386946" cy="5315794"/>
          </a:xfrm>
          <a:custGeom>
            <a:avLst/>
            <a:gdLst/>
            <a:ahLst/>
            <a:cxnLst/>
            <a:rect l="l" t="t" r="r" b="b"/>
            <a:pathLst>
              <a:path w="55812" h="94461" extrusionOk="0">
                <a:moveTo>
                  <a:pt x="36054" y="83719"/>
                </a:moveTo>
                <a:cubicBezTo>
                  <a:pt x="36059" y="85810"/>
                  <a:pt x="36230" y="87883"/>
                  <a:pt x="36585" y="89937"/>
                </a:cubicBezTo>
                <a:cubicBezTo>
                  <a:pt x="36680" y="90449"/>
                  <a:pt x="36775" y="90942"/>
                  <a:pt x="36888" y="91454"/>
                </a:cubicBezTo>
                <a:cubicBezTo>
                  <a:pt x="36926" y="91719"/>
                  <a:pt x="37002" y="91984"/>
                  <a:pt x="37059" y="92250"/>
                </a:cubicBezTo>
                <a:cubicBezTo>
                  <a:pt x="37097" y="92439"/>
                  <a:pt x="37305" y="92856"/>
                  <a:pt x="37211" y="93046"/>
                </a:cubicBezTo>
                <a:cubicBezTo>
                  <a:pt x="37154" y="93160"/>
                  <a:pt x="36831" y="93255"/>
                  <a:pt x="36718" y="93311"/>
                </a:cubicBezTo>
                <a:cubicBezTo>
                  <a:pt x="36509" y="93425"/>
                  <a:pt x="36282" y="93539"/>
                  <a:pt x="36035" y="93634"/>
                </a:cubicBezTo>
                <a:cubicBezTo>
                  <a:pt x="35599" y="93804"/>
                  <a:pt x="35144" y="93937"/>
                  <a:pt x="34689" y="93994"/>
                </a:cubicBezTo>
                <a:cubicBezTo>
                  <a:pt x="34597" y="94004"/>
                  <a:pt x="34505" y="94009"/>
                  <a:pt x="34414" y="94009"/>
                </a:cubicBezTo>
                <a:cubicBezTo>
                  <a:pt x="33623" y="94009"/>
                  <a:pt x="32889" y="93638"/>
                  <a:pt x="32566" y="92856"/>
                </a:cubicBezTo>
                <a:cubicBezTo>
                  <a:pt x="32244" y="92041"/>
                  <a:pt x="32471" y="91093"/>
                  <a:pt x="32756" y="90297"/>
                </a:cubicBezTo>
                <a:cubicBezTo>
                  <a:pt x="33362" y="88572"/>
                  <a:pt x="34234" y="86923"/>
                  <a:pt x="35125" y="85331"/>
                </a:cubicBezTo>
                <a:cubicBezTo>
                  <a:pt x="35426" y="84788"/>
                  <a:pt x="35736" y="84251"/>
                  <a:pt x="36054" y="83719"/>
                </a:cubicBezTo>
                <a:close/>
                <a:moveTo>
                  <a:pt x="43850" y="72899"/>
                </a:moveTo>
                <a:cubicBezTo>
                  <a:pt x="43926" y="74041"/>
                  <a:pt x="43988" y="75183"/>
                  <a:pt x="44035" y="76326"/>
                </a:cubicBezTo>
                <a:cubicBezTo>
                  <a:pt x="44111" y="78487"/>
                  <a:pt x="44149" y="80629"/>
                  <a:pt x="44130" y="82790"/>
                </a:cubicBezTo>
                <a:cubicBezTo>
                  <a:pt x="44111" y="83871"/>
                  <a:pt x="44092" y="84970"/>
                  <a:pt x="44054" y="86051"/>
                </a:cubicBezTo>
                <a:cubicBezTo>
                  <a:pt x="44016" y="87037"/>
                  <a:pt x="44092" y="88117"/>
                  <a:pt x="43864" y="89065"/>
                </a:cubicBezTo>
                <a:cubicBezTo>
                  <a:pt x="43789" y="89463"/>
                  <a:pt x="43599" y="89823"/>
                  <a:pt x="43334" y="90127"/>
                </a:cubicBezTo>
                <a:cubicBezTo>
                  <a:pt x="43194" y="90249"/>
                  <a:pt x="43052" y="90301"/>
                  <a:pt x="42914" y="90301"/>
                </a:cubicBezTo>
                <a:cubicBezTo>
                  <a:pt x="42585" y="90301"/>
                  <a:pt x="42287" y="90001"/>
                  <a:pt x="42139" y="89653"/>
                </a:cubicBezTo>
                <a:cubicBezTo>
                  <a:pt x="41874" y="88970"/>
                  <a:pt x="41760" y="88193"/>
                  <a:pt x="41609" y="87473"/>
                </a:cubicBezTo>
                <a:cubicBezTo>
                  <a:pt x="41324" y="86165"/>
                  <a:pt x="41021" y="84724"/>
                  <a:pt x="40149" y="83643"/>
                </a:cubicBezTo>
                <a:cubicBezTo>
                  <a:pt x="39770" y="83169"/>
                  <a:pt x="39277" y="82809"/>
                  <a:pt x="38708" y="82582"/>
                </a:cubicBezTo>
                <a:cubicBezTo>
                  <a:pt x="38695" y="82577"/>
                  <a:pt x="38683" y="82574"/>
                  <a:pt x="38671" y="82574"/>
                </a:cubicBezTo>
                <a:cubicBezTo>
                  <a:pt x="38594" y="82574"/>
                  <a:pt x="38540" y="82668"/>
                  <a:pt x="38557" y="82733"/>
                </a:cubicBezTo>
                <a:cubicBezTo>
                  <a:pt x="38917" y="84667"/>
                  <a:pt x="39277" y="86601"/>
                  <a:pt x="39618" y="88534"/>
                </a:cubicBezTo>
                <a:lnTo>
                  <a:pt x="40149" y="91397"/>
                </a:lnTo>
                <a:cubicBezTo>
                  <a:pt x="40263" y="92136"/>
                  <a:pt x="40452" y="92875"/>
                  <a:pt x="40187" y="93596"/>
                </a:cubicBezTo>
                <a:cubicBezTo>
                  <a:pt x="40092" y="93861"/>
                  <a:pt x="39921" y="94183"/>
                  <a:pt x="39618" y="94240"/>
                </a:cubicBezTo>
                <a:cubicBezTo>
                  <a:pt x="39604" y="94243"/>
                  <a:pt x="39590" y="94244"/>
                  <a:pt x="39576" y="94244"/>
                </a:cubicBezTo>
                <a:cubicBezTo>
                  <a:pt x="39294" y="94244"/>
                  <a:pt x="39081" y="93717"/>
                  <a:pt x="38955" y="93482"/>
                </a:cubicBezTo>
                <a:cubicBezTo>
                  <a:pt x="38670" y="92856"/>
                  <a:pt x="38462" y="92193"/>
                  <a:pt x="38348" y="91511"/>
                </a:cubicBezTo>
                <a:cubicBezTo>
                  <a:pt x="38083" y="90146"/>
                  <a:pt x="38045" y="88762"/>
                  <a:pt x="37855" y="87397"/>
                </a:cubicBezTo>
                <a:cubicBezTo>
                  <a:pt x="37647" y="85994"/>
                  <a:pt x="37230" y="84610"/>
                  <a:pt x="36244" y="83549"/>
                </a:cubicBezTo>
                <a:cubicBezTo>
                  <a:pt x="36227" y="83526"/>
                  <a:pt x="36203" y="83515"/>
                  <a:pt x="36178" y="83514"/>
                </a:cubicBezTo>
                <a:lnTo>
                  <a:pt x="36178" y="83514"/>
                </a:lnTo>
                <a:cubicBezTo>
                  <a:pt x="38436" y="79777"/>
                  <a:pt x="41102" y="76305"/>
                  <a:pt x="43850" y="72899"/>
                </a:cubicBezTo>
                <a:close/>
                <a:moveTo>
                  <a:pt x="124" y="0"/>
                </a:moveTo>
                <a:cubicBezTo>
                  <a:pt x="60" y="0"/>
                  <a:pt x="1" y="49"/>
                  <a:pt x="36" y="119"/>
                </a:cubicBezTo>
                <a:lnTo>
                  <a:pt x="17" y="119"/>
                </a:lnTo>
                <a:cubicBezTo>
                  <a:pt x="2955" y="8498"/>
                  <a:pt x="5989" y="16839"/>
                  <a:pt x="9135" y="25123"/>
                </a:cubicBezTo>
                <a:cubicBezTo>
                  <a:pt x="9894" y="27152"/>
                  <a:pt x="10671" y="29180"/>
                  <a:pt x="11467" y="31208"/>
                </a:cubicBezTo>
                <a:cubicBezTo>
                  <a:pt x="12168" y="33028"/>
                  <a:pt x="12794" y="34905"/>
                  <a:pt x="13647" y="36649"/>
                </a:cubicBezTo>
                <a:cubicBezTo>
                  <a:pt x="14292" y="37976"/>
                  <a:pt x="15221" y="39246"/>
                  <a:pt x="16623" y="39796"/>
                </a:cubicBezTo>
                <a:cubicBezTo>
                  <a:pt x="17283" y="40054"/>
                  <a:pt x="17979" y="40142"/>
                  <a:pt x="18690" y="40142"/>
                </a:cubicBezTo>
                <a:cubicBezTo>
                  <a:pt x="19959" y="40142"/>
                  <a:pt x="21272" y="39862"/>
                  <a:pt x="22500" y="39777"/>
                </a:cubicBezTo>
                <a:cubicBezTo>
                  <a:pt x="23246" y="39726"/>
                  <a:pt x="23995" y="39701"/>
                  <a:pt x="24747" y="39701"/>
                </a:cubicBezTo>
                <a:cubicBezTo>
                  <a:pt x="26249" y="39701"/>
                  <a:pt x="27757" y="39802"/>
                  <a:pt x="29249" y="40004"/>
                </a:cubicBezTo>
                <a:cubicBezTo>
                  <a:pt x="31106" y="40270"/>
                  <a:pt x="33021" y="40668"/>
                  <a:pt x="34727" y="41502"/>
                </a:cubicBezTo>
                <a:cubicBezTo>
                  <a:pt x="36433" y="42317"/>
                  <a:pt x="37836" y="43682"/>
                  <a:pt x="38708" y="45350"/>
                </a:cubicBezTo>
                <a:cubicBezTo>
                  <a:pt x="39580" y="46981"/>
                  <a:pt x="40054" y="48782"/>
                  <a:pt x="40471" y="50545"/>
                </a:cubicBezTo>
                <a:cubicBezTo>
                  <a:pt x="42179" y="57664"/>
                  <a:pt x="43282" y="64918"/>
                  <a:pt x="43803" y="72216"/>
                </a:cubicBezTo>
                <a:lnTo>
                  <a:pt x="43803" y="72216"/>
                </a:lnTo>
                <a:cubicBezTo>
                  <a:pt x="43494" y="72599"/>
                  <a:pt x="43186" y="72983"/>
                  <a:pt x="42879" y="73369"/>
                </a:cubicBezTo>
                <a:cubicBezTo>
                  <a:pt x="40831" y="75966"/>
                  <a:pt x="38822" y="78601"/>
                  <a:pt x="37021" y="81387"/>
                </a:cubicBezTo>
                <a:cubicBezTo>
                  <a:pt x="35277" y="84098"/>
                  <a:pt x="33571" y="87018"/>
                  <a:pt x="32471" y="90070"/>
                </a:cubicBezTo>
                <a:cubicBezTo>
                  <a:pt x="31997" y="91359"/>
                  <a:pt x="31770" y="93198"/>
                  <a:pt x="33154" y="94013"/>
                </a:cubicBezTo>
                <a:cubicBezTo>
                  <a:pt x="33534" y="94235"/>
                  <a:pt x="33946" y="94326"/>
                  <a:pt x="34367" y="94326"/>
                </a:cubicBezTo>
                <a:cubicBezTo>
                  <a:pt x="35456" y="94326"/>
                  <a:pt x="36609" y="93717"/>
                  <a:pt x="37457" y="93198"/>
                </a:cubicBezTo>
                <a:cubicBezTo>
                  <a:pt x="37514" y="93160"/>
                  <a:pt x="37533" y="93103"/>
                  <a:pt x="37514" y="93046"/>
                </a:cubicBezTo>
                <a:cubicBezTo>
                  <a:pt x="36725" y="90076"/>
                  <a:pt x="36309" y="87016"/>
                  <a:pt x="36300" y="83937"/>
                </a:cubicBezTo>
                <a:lnTo>
                  <a:pt x="36300" y="83937"/>
                </a:lnTo>
                <a:cubicBezTo>
                  <a:pt x="38208" y="86250"/>
                  <a:pt x="37579" y="89653"/>
                  <a:pt x="38348" y="92383"/>
                </a:cubicBezTo>
                <a:cubicBezTo>
                  <a:pt x="38500" y="93065"/>
                  <a:pt x="38803" y="93710"/>
                  <a:pt x="39201" y="94297"/>
                </a:cubicBezTo>
                <a:cubicBezTo>
                  <a:pt x="39289" y="94413"/>
                  <a:pt x="39407" y="94460"/>
                  <a:pt x="39532" y="94460"/>
                </a:cubicBezTo>
                <a:cubicBezTo>
                  <a:pt x="39756" y="94460"/>
                  <a:pt x="40003" y="94309"/>
                  <a:pt x="40149" y="94127"/>
                </a:cubicBezTo>
                <a:cubicBezTo>
                  <a:pt x="40490" y="93728"/>
                  <a:pt x="40566" y="93103"/>
                  <a:pt x="40547" y="92591"/>
                </a:cubicBezTo>
                <a:cubicBezTo>
                  <a:pt x="40509" y="91681"/>
                  <a:pt x="40244" y="90752"/>
                  <a:pt x="40092" y="89861"/>
                </a:cubicBezTo>
                <a:cubicBezTo>
                  <a:pt x="39670" y="87551"/>
                  <a:pt x="39266" y="85241"/>
                  <a:pt x="38846" y="82914"/>
                </a:cubicBezTo>
                <a:lnTo>
                  <a:pt x="38846" y="82914"/>
                </a:lnTo>
                <a:cubicBezTo>
                  <a:pt x="40217" y="83575"/>
                  <a:pt x="40753" y="85091"/>
                  <a:pt x="41116" y="86487"/>
                </a:cubicBezTo>
                <a:cubicBezTo>
                  <a:pt x="41305" y="87245"/>
                  <a:pt x="41438" y="88022"/>
                  <a:pt x="41628" y="88781"/>
                </a:cubicBezTo>
                <a:cubicBezTo>
                  <a:pt x="41760" y="89349"/>
                  <a:pt x="41874" y="90146"/>
                  <a:pt x="42443" y="90468"/>
                </a:cubicBezTo>
                <a:cubicBezTo>
                  <a:pt x="42589" y="90550"/>
                  <a:pt x="42735" y="90587"/>
                  <a:pt x="42876" y="90587"/>
                </a:cubicBezTo>
                <a:cubicBezTo>
                  <a:pt x="43193" y="90587"/>
                  <a:pt x="43484" y="90402"/>
                  <a:pt x="43694" y="90127"/>
                </a:cubicBezTo>
                <a:cubicBezTo>
                  <a:pt x="44168" y="89539"/>
                  <a:pt x="44225" y="88781"/>
                  <a:pt x="44263" y="88060"/>
                </a:cubicBezTo>
                <a:cubicBezTo>
                  <a:pt x="44376" y="85842"/>
                  <a:pt x="44433" y="83624"/>
                  <a:pt x="44433" y="81425"/>
                </a:cubicBezTo>
                <a:cubicBezTo>
                  <a:pt x="44433" y="78462"/>
                  <a:pt x="44333" y="75502"/>
                  <a:pt x="44134" y="72549"/>
                </a:cubicBezTo>
                <a:lnTo>
                  <a:pt x="44134" y="72549"/>
                </a:lnTo>
                <a:cubicBezTo>
                  <a:pt x="45525" y="70831"/>
                  <a:pt x="46934" y="69129"/>
                  <a:pt x="48319" y="67416"/>
                </a:cubicBezTo>
                <a:cubicBezTo>
                  <a:pt x="50916" y="64213"/>
                  <a:pt x="53457" y="60952"/>
                  <a:pt x="55694" y="57464"/>
                </a:cubicBezTo>
                <a:cubicBezTo>
                  <a:pt x="55812" y="57293"/>
                  <a:pt x="55657" y="57122"/>
                  <a:pt x="55493" y="57122"/>
                </a:cubicBezTo>
                <a:cubicBezTo>
                  <a:pt x="55421" y="57122"/>
                  <a:pt x="55348" y="57155"/>
                  <a:pt x="55295" y="57236"/>
                </a:cubicBezTo>
                <a:cubicBezTo>
                  <a:pt x="51966" y="62402"/>
                  <a:pt x="47953" y="67087"/>
                  <a:pt x="44086" y="71866"/>
                </a:cubicBezTo>
                <a:lnTo>
                  <a:pt x="44086" y="71866"/>
                </a:lnTo>
                <a:cubicBezTo>
                  <a:pt x="43682" y="66321"/>
                  <a:pt x="42926" y="60806"/>
                  <a:pt x="41817" y="55360"/>
                </a:cubicBezTo>
                <a:cubicBezTo>
                  <a:pt x="41400" y="53255"/>
                  <a:pt x="40945" y="51132"/>
                  <a:pt x="40376" y="49066"/>
                </a:cubicBezTo>
                <a:cubicBezTo>
                  <a:pt x="39921" y="47379"/>
                  <a:pt x="39315" y="45673"/>
                  <a:pt x="38310" y="44213"/>
                </a:cubicBezTo>
                <a:cubicBezTo>
                  <a:pt x="36130" y="41104"/>
                  <a:pt x="32301" y="40175"/>
                  <a:pt x="28737" y="39739"/>
                </a:cubicBezTo>
                <a:cubicBezTo>
                  <a:pt x="27406" y="39567"/>
                  <a:pt x="26076" y="39485"/>
                  <a:pt x="24745" y="39485"/>
                </a:cubicBezTo>
                <a:cubicBezTo>
                  <a:pt x="23877" y="39485"/>
                  <a:pt x="23008" y="39520"/>
                  <a:pt x="22140" y="39587"/>
                </a:cubicBezTo>
                <a:cubicBezTo>
                  <a:pt x="21041" y="39680"/>
                  <a:pt x="19854" y="39911"/>
                  <a:pt x="18707" y="39911"/>
                </a:cubicBezTo>
                <a:cubicBezTo>
                  <a:pt x="17736" y="39911"/>
                  <a:pt x="16794" y="39745"/>
                  <a:pt x="15960" y="39189"/>
                </a:cubicBezTo>
                <a:cubicBezTo>
                  <a:pt x="14519" y="38204"/>
                  <a:pt x="13780" y="36479"/>
                  <a:pt x="13173" y="34924"/>
                </a:cubicBezTo>
                <a:cubicBezTo>
                  <a:pt x="12339" y="32820"/>
                  <a:pt x="11543" y="30735"/>
                  <a:pt x="10728" y="28630"/>
                </a:cubicBezTo>
                <a:cubicBezTo>
                  <a:pt x="7505" y="20194"/>
                  <a:pt x="4377" y="11721"/>
                  <a:pt x="1344" y="3228"/>
                </a:cubicBezTo>
                <a:cubicBezTo>
                  <a:pt x="965" y="2166"/>
                  <a:pt x="586" y="1124"/>
                  <a:pt x="226" y="62"/>
                </a:cubicBezTo>
                <a:cubicBezTo>
                  <a:pt x="204" y="19"/>
                  <a:pt x="163" y="0"/>
                  <a:pt x="12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noFill/>
        <a:effectLst/>
      </p:bgPr>
    </p:bg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8" name="Google Shape;668;p13"/>
          <p:cNvPicPr preferRelativeResize="0"/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 rot="-1538275" flipH="1">
            <a:off x="-1241959" y="-985041"/>
            <a:ext cx="3297390" cy="2276635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13"/>
          <p:cNvSpPr/>
          <p:nvPr/>
        </p:nvSpPr>
        <p:spPr>
          <a:xfrm rot="3011561">
            <a:off x="8474812" y="4330185"/>
            <a:ext cx="1345837" cy="1286867"/>
          </a:xfrm>
          <a:custGeom>
            <a:avLst/>
            <a:gdLst/>
            <a:ahLst/>
            <a:cxnLst/>
            <a:rect l="l" t="t" r="r" b="b"/>
            <a:pathLst>
              <a:path w="21339" h="20404" extrusionOk="0">
                <a:moveTo>
                  <a:pt x="95" y="0"/>
                </a:moveTo>
                <a:cubicBezTo>
                  <a:pt x="50" y="0"/>
                  <a:pt x="0" y="36"/>
                  <a:pt x="12" y="93"/>
                </a:cubicBezTo>
                <a:cubicBezTo>
                  <a:pt x="485" y="2330"/>
                  <a:pt x="1054" y="4567"/>
                  <a:pt x="1680" y="6766"/>
                </a:cubicBezTo>
                <a:cubicBezTo>
                  <a:pt x="2324" y="8965"/>
                  <a:pt x="3045" y="11126"/>
                  <a:pt x="3822" y="13249"/>
                </a:cubicBezTo>
                <a:cubicBezTo>
                  <a:pt x="4220" y="14330"/>
                  <a:pt x="4618" y="15391"/>
                  <a:pt x="5054" y="16453"/>
                </a:cubicBezTo>
                <a:cubicBezTo>
                  <a:pt x="5225" y="16889"/>
                  <a:pt x="5433" y="17287"/>
                  <a:pt x="5699" y="17666"/>
                </a:cubicBezTo>
                <a:cubicBezTo>
                  <a:pt x="5926" y="17988"/>
                  <a:pt x="6267" y="18216"/>
                  <a:pt x="6646" y="18348"/>
                </a:cubicBezTo>
                <a:cubicBezTo>
                  <a:pt x="6705" y="18361"/>
                  <a:pt x="6764" y="18368"/>
                  <a:pt x="6823" y="18368"/>
                </a:cubicBezTo>
                <a:cubicBezTo>
                  <a:pt x="7107" y="18368"/>
                  <a:pt x="7384" y="18221"/>
                  <a:pt x="7556" y="17969"/>
                </a:cubicBezTo>
                <a:cubicBezTo>
                  <a:pt x="7746" y="17609"/>
                  <a:pt x="7784" y="17173"/>
                  <a:pt x="7708" y="16775"/>
                </a:cubicBezTo>
                <a:cubicBezTo>
                  <a:pt x="7519" y="15770"/>
                  <a:pt x="7253" y="14784"/>
                  <a:pt x="6893" y="13837"/>
                </a:cubicBezTo>
                <a:cubicBezTo>
                  <a:pt x="6248" y="11941"/>
                  <a:pt x="5414" y="9969"/>
                  <a:pt x="5528" y="7922"/>
                </a:cubicBezTo>
                <a:cubicBezTo>
                  <a:pt x="5543" y="7707"/>
                  <a:pt x="5559" y="7504"/>
                  <a:pt x="5594" y="7294"/>
                </a:cubicBezTo>
                <a:lnTo>
                  <a:pt x="5594" y="7294"/>
                </a:lnTo>
                <a:cubicBezTo>
                  <a:pt x="6312" y="7702"/>
                  <a:pt x="6661" y="8502"/>
                  <a:pt x="6893" y="9268"/>
                </a:cubicBezTo>
                <a:cubicBezTo>
                  <a:pt x="7234" y="10349"/>
                  <a:pt x="7519" y="11467"/>
                  <a:pt x="7822" y="12567"/>
                </a:cubicBezTo>
                <a:lnTo>
                  <a:pt x="8789" y="16036"/>
                </a:lnTo>
                <a:cubicBezTo>
                  <a:pt x="8940" y="16604"/>
                  <a:pt x="9111" y="17173"/>
                  <a:pt x="9263" y="17742"/>
                </a:cubicBezTo>
                <a:cubicBezTo>
                  <a:pt x="9376" y="18216"/>
                  <a:pt x="9509" y="18652"/>
                  <a:pt x="9699" y="19107"/>
                </a:cubicBezTo>
                <a:cubicBezTo>
                  <a:pt x="9966" y="19713"/>
                  <a:pt x="10452" y="20404"/>
                  <a:pt x="11172" y="20404"/>
                </a:cubicBezTo>
                <a:cubicBezTo>
                  <a:pt x="11217" y="20404"/>
                  <a:pt x="11263" y="20401"/>
                  <a:pt x="11310" y="20396"/>
                </a:cubicBezTo>
                <a:cubicBezTo>
                  <a:pt x="11708" y="20339"/>
                  <a:pt x="12068" y="20092"/>
                  <a:pt x="12258" y="19732"/>
                </a:cubicBezTo>
                <a:cubicBezTo>
                  <a:pt x="12485" y="19334"/>
                  <a:pt x="12580" y="18860"/>
                  <a:pt x="12504" y="18405"/>
                </a:cubicBezTo>
                <a:cubicBezTo>
                  <a:pt x="12390" y="17855"/>
                  <a:pt x="12239" y="17306"/>
                  <a:pt x="12030" y="16794"/>
                </a:cubicBezTo>
                <a:cubicBezTo>
                  <a:pt x="11841" y="16263"/>
                  <a:pt x="11651" y="15713"/>
                  <a:pt x="11462" y="15183"/>
                </a:cubicBezTo>
                <a:cubicBezTo>
                  <a:pt x="11101" y="14083"/>
                  <a:pt x="10779" y="12965"/>
                  <a:pt x="10457" y="11865"/>
                </a:cubicBezTo>
                <a:cubicBezTo>
                  <a:pt x="10154" y="10766"/>
                  <a:pt x="9869" y="9628"/>
                  <a:pt x="9623" y="8491"/>
                </a:cubicBezTo>
                <a:cubicBezTo>
                  <a:pt x="9414" y="7486"/>
                  <a:pt x="9168" y="6424"/>
                  <a:pt x="9414" y="5420"/>
                </a:cubicBezTo>
                <a:cubicBezTo>
                  <a:pt x="9462" y="5197"/>
                  <a:pt x="9536" y="5002"/>
                  <a:pt x="9626" y="4810"/>
                </a:cubicBezTo>
                <a:lnTo>
                  <a:pt x="9626" y="4810"/>
                </a:lnTo>
                <a:cubicBezTo>
                  <a:pt x="11118" y="5773"/>
                  <a:pt x="11814" y="7472"/>
                  <a:pt x="12239" y="9135"/>
                </a:cubicBezTo>
                <a:cubicBezTo>
                  <a:pt x="12485" y="10026"/>
                  <a:pt x="12637" y="10936"/>
                  <a:pt x="12807" y="11846"/>
                </a:cubicBezTo>
                <a:cubicBezTo>
                  <a:pt x="13035" y="13040"/>
                  <a:pt x="13300" y="14216"/>
                  <a:pt x="13623" y="15391"/>
                </a:cubicBezTo>
                <a:cubicBezTo>
                  <a:pt x="13945" y="16547"/>
                  <a:pt x="14324" y="17723"/>
                  <a:pt x="14741" y="18879"/>
                </a:cubicBezTo>
                <a:cubicBezTo>
                  <a:pt x="14912" y="19315"/>
                  <a:pt x="15063" y="19827"/>
                  <a:pt x="15480" y="20092"/>
                </a:cubicBezTo>
                <a:cubicBezTo>
                  <a:pt x="15595" y="20165"/>
                  <a:pt x="15723" y="20199"/>
                  <a:pt x="15849" y="20199"/>
                </a:cubicBezTo>
                <a:cubicBezTo>
                  <a:pt x="16119" y="20199"/>
                  <a:pt x="16382" y="20042"/>
                  <a:pt x="16485" y="19770"/>
                </a:cubicBezTo>
                <a:cubicBezTo>
                  <a:pt x="16694" y="19334"/>
                  <a:pt x="16675" y="18765"/>
                  <a:pt x="16656" y="18292"/>
                </a:cubicBezTo>
                <a:cubicBezTo>
                  <a:pt x="16637" y="17723"/>
                  <a:pt x="16542" y="17154"/>
                  <a:pt x="16428" y="16585"/>
                </a:cubicBezTo>
                <a:cubicBezTo>
                  <a:pt x="16125" y="15467"/>
                  <a:pt x="15746" y="14348"/>
                  <a:pt x="15291" y="13268"/>
                </a:cubicBezTo>
                <a:cubicBezTo>
                  <a:pt x="14419" y="10993"/>
                  <a:pt x="13793" y="8623"/>
                  <a:pt x="13433" y="6216"/>
                </a:cubicBezTo>
                <a:cubicBezTo>
                  <a:pt x="13360" y="5689"/>
                  <a:pt x="13392" y="4465"/>
                  <a:pt x="14163" y="4465"/>
                </a:cubicBezTo>
                <a:cubicBezTo>
                  <a:pt x="14197" y="4465"/>
                  <a:pt x="14231" y="4467"/>
                  <a:pt x="14267" y="4472"/>
                </a:cubicBezTo>
                <a:cubicBezTo>
                  <a:pt x="14741" y="4548"/>
                  <a:pt x="15025" y="5060"/>
                  <a:pt x="15234" y="5439"/>
                </a:cubicBezTo>
                <a:cubicBezTo>
                  <a:pt x="15499" y="5913"/>
                  <a:pt x="15727" y="6406"/>
                  <a:pt x="15935" y="6898"/>
                </a:cubicBezTo>
                <a:cubicBezTo>
                  <a:pt x="16732" y="8946"/>
                  <a:pt x="17111" y="11107"/>
                  <a:pt x="17452" y="13268"/>
                </a:cubicBezTo>
                <a:cubicBezTo>
                  <a:pt x="17623" y="14348"/>
                  <a:pt x="17793" y="15429"/>
                  <a:pt x="18002" y="16510"/>
                </a:cubicBezTo>
                <a:cubicBezTo>
                  <a:pt x="18096" y="17040"/>
                  <a:pt x="18229" y="17590"/>
                  <a:pt x="18362" y="18121"/>
                </a:cubicBezTo>
                <a:cubicBezTo>
                  <a:pt x="18476" y="18557"/>
                  <a:pt x="18627" y="19031"/>
                  <a:pt x="18968" y="19334"/>
                </a:cubicBezTo>
                <a:cubicBezTo>
                  <a:pt x="19197" y="19533"/>
                  <a:pt x="19456" y="19618"/>
                  <a:pt x="19715" y="19618"/>
                </a:cubicBezTo>
                <a:cubicBezTo>
                  <a:pt x="20273" y="19618"/>
                  <a:pt x="20833" y="19220"/>
                  <a:pt x="21092" y="18690"/>
                </a:cubicBezTo>
                <a:cubicBezTo>
                  <a:pt x="21300" y="18178"/>
                  <a:pt x="21338" y="17628"/>
                  <a:pt x="21205" y="17078"/>
                </a:cubicBezTo>
                <a:cubicBezTo>
                  <a:pt x="21111" y="16472"/>
                  <a:pt x="20902" y="15884"/>
                  <a:pt x="20731" y="15277"/>
                </a:cubicBezTo>
                <a:lnTo>
                  <a:pt x="18684" y="7903"/>
                </a:lnTo>
                <a:cubicBezTo>
                  <a:pt x="18514" y="7315"/>
                  <a:pt x="18362" y="6728"/>
                  <a:pt x="18191" y="6102"/>
                </a:cubicBezTo>
                <a:cubicBezTo>
                  <a:pt x="18162" y="6043"/>
                  <a:pt x="18106" y="6015"/>
                  <a:pt x="18051" y="6015"/>
                </a:cubicBezTo>
                <a:cubicBezTo>
                  <a:pt x="17966" y="6015"/>
                  <a:pt x="17884" y="6082"/>
                  <a:pt x="17907" y="6197"/>
                </a:cubicBezTo>
                <a:cubicBezTo>
                  <a:pt x="18589" y="8623"/>
                  <a:pt x="19253" y="11050"/>
                  <a:pt x="19935" y="13476"/>
                </a:cubicBezTo>
                <a:lnTo>
                  <a:pt x="20428" y="15315"/>
                </a:lnTo>
                <a:cubicBezTo>
                  <a:pt x="20599" y="15903"/>
                  <a:pt x="20788" y="16491"/>
                  <a:pt x="20902" y="17078"/>
                </a:cubicBezTo>
                <a:cubicBezTo>
                  <a:pt x="21016" y="17609"/>
                  <a:pt x="21035" y="18216"/>
                  <a:pt x="20750" y="18690"/>
                </a:cubicBezTo>
                <a:cubicBezTo>
                  <a:pt x="20542" y="19050"/>
                  <a:pt x="20144" y="19296"/>
                  <a:pt x="19727" y="19334"/>
                </a:cubicBezTo>
                <a:cubicBezTo>
                  <a:pt x="19253" y="19334"/>
                  <a:pt x="18950" y="18917"/>
                  <a:pt x="18798" y="18519"/>
                </a:cubicBezTo>
                <a:cubicBezTo>
                  <a:pt x="18627" y="18026"/>
                  <a:pt x="18495" y="17533"/>
                  <a:pt x="18400" y="17040"/>
                </a:cubicBezTo>
                <a:cubicBezTo>
                  <a:pt x="18172" y="15979"/>
                  <a:pt x="17983" y="14898"/>
                  <a:pt x="17812" y="13837"/>
                </a:cubicBezTo>
                <a:cubicBezTo>
                  <a:pt x="17452" y="11713"/>
                  <a:pt x="17130" y="9571"/>
                  <a:pt x="16428" y="7524"/>
                </a:cubicBezTo>
                <a:cubicBezTo>
                  <a:pt x="16239" y="7031"/>
                  <a:pt x="16049" y="6538"/>
                  <a:pt x="15822" y="6064"/>
                </a:cubicBezTo>
                <a:cubicBezTo>
                  <a:pt x="15632" y="5590"/>
                  <a:pt x="15386" y="5154"/>
                  <a:pt x="15082" y="4756"/>
                </a:cubicBezTo>
                <a:cubicBezTo>
                  <a:pt x="14841" y="4446"/>
                  <a:pt x="14506" y="4199"/>
                  <a:pt x="14120" y="4199"/>
                </a:cubicBezTo>
                <a:cubicBezTo>
                  <a:pt x="14081" y="4199"/>
                  <a:pt x="14042" y="4201"/>
                  <a:pt x="14002" y="4207"/>
                </a:cubicBezTo>
                <a:cubicBezTo>
                  <a:pt x="13661" y="4282"/>
                  <a:pt x="13395" y="4529"/>
                  <a:pt x="13281" y="4851"/>
                </a:cubicBezTo>
                <a:cubicBezTo>
                  <a:pt x="13149" y="5230"/>
                  <a:pt x="13092" y="5609"/>
                  <a:pt x="13130" y="6007"/>
                </a:cubicBezTo>
                <a:cubicBezTo>
                  <a:pt x="13187" y="6538"/>
                  <a:pt x="13281" y="7088"/>
                  <a:pt x="13395" y="7619"/>
                </a:cubicBezTo>
                <a:cubicBezTo>
                  <a:pt x="13623" y="8794"/>
                  <a:pt x="13907" y="9969"/>
                  <a:pt x="14267" y="11126"/>
                </a:cubicBezTo>
                <a:cubicBezTo>
                  <a:pt x="14608" y="12244"/>
                  <a:pt x="15044" y="13344"/>
                  <a:pt x="15442" y="14443"/>
                </a:cubicBezTo>
                <a:cubicBezTo>
                  <a:pt x="15879" y="15524"/>
                  <a:pt x="16182" y="16642"/>
                  <a:pt x="16333" y="17799"/>
                </a:cubicBezTo>
                <a:cubicBezTo>
                  <a:pt x="16409" y="18329"/>
                  <a:pt x="16390" y="18879"/>
                  <a:pt x="16296" y="19410"/>
                </a:cubicBezTo>
                <a:cubicBezTo>
                  <a:pt x="16277" y="19618"/>
                  <a:pt x="16144" y="19789"/>
                  <a:pt x="15973" y="19884"/>
                </a:cubicBezTo>
                <a:cubicBezTo>
                  <a:pt x="15943" y="19889"/>
                  <a:pt x="15912" y="19892"/>
                  <a:pt x="15882" y="19892"/>
                </a:cubicBezTo>
                <a:cubicBezTo>
                  <a:pt x="15710" y="19892"/>
                  <a:pt x="15558" y="19802"/>
                  <a:pt x="15461" y="19656"/>
                </a:cubicBezTo>
                <a:cubicBezTo>
                  <a:pt x="15329" y="19467"/>
                  <a:pt x="15215" y="19258"/>
                  <a:pt x="15139" y="19031"/>
                </a:cubicBezTo>
                <a:cubicBezTo>
                  <a:pt x="15025" y="18746"/>
                  <a:pt x="14912" y="18481"/>
                  <a:pt x="14817" y="18197"/>
                </a:cubicBezTo>
                <a:cubicBezTo>
                  <a:pt x="14608" y="17628"/>
                  <a:pt x="14419" y="17059"/>
                  <a:pt x="14248" y="16491"/>
                </a:cubicBezTo>
                <a:cubicBezTo>
                  <a:pt x="13888" y="15353"/>
                  <a:pt x="13566" y="14178"/>
                  <a:pt x="13300" y="13003"/>
                </a:cubicBezTo>
                <a:cubicBezTo>
                  <a:pt x="13073" y="12017"/>
                  <a:pt x="12921" y="11031"/>
                  <a:pt x="12694" y="10045"/>
                </a:cubicBezTo>
                <a:cubicBezTo>
                  <a:pt x="12334" y="8377"/>
                  <a:pt x="11822" y="6576"/>
                  <a:pt x="10590" y="5306"/>
                </a:cubicBezTo>
                <a:cubicBezTo>
                  <a:pt x="10305" y="5022"/>
                  <a:pt x="9983" y="4756"/>
                  <a:pt x="9623" y="4548"/>
                </a:cubicBezTo>
                <a:cubicBezTo>
                  <a:pt x="9603" y="4534"/>
                  <a:pt x="9580" y="4528"/>
                  <a:pt x="9558" y="4528"/>
                </a:cubicBezTo>
                <a:cubicBezTo>
                  <a:pt x="9517" y="4528"/>
                  <a:pt x="9477" y="4549"/>
                  <a:pt x="9452" y="4586"/>
                </a:cubicBezTo>
                <a:cubicBezTo>
                  <a:pt x="8978" y="5458"/>
                  <a:pt x="9016" y="6481"/>
                  <a:pt x="9168" y="7448"/>
                </a:cubicBezTo>
                <a:cubicBezTo>
                  <a:pt x="9338" y="8510"/>
                  <a:pt x="9604" y="9571"/>
                  <a:pt x="9869" y="10633"/>
                </a:cubicBezTo>
                <a:cubicBezTo>
                  <a:pt x="10438" y="12832"/>
                  <a:pt x="11101" y="14993"/>
                  <a:pt x="11879" y="17135"/>
                </a:cubicBezTo>
                <a:cubicBezTo>
                  <a:pt x="12182" y="18007"/>
                  <a:pt x="12618" y="19182"/>
                  <a:pt x="11784" y="19922"/>
                </a:cubicBezTo>
                <a:cubicBezTo>
                  <a:pt x="11612" y="20082"/>
                  <a:pt x="11386" y="20166"/>
                  <a:pt x="11158" y="20166"/>
                </a:cubicBezTo>
                <a:cubicBezTo>
                  <a:pt x="11008" y="20166"/>
                  <a:pt x="10858" y="20130"/>
                  <a:pt x="10722" y="20055"/>
                </a:cubicBezTo>
                <a:cubicBezTo>
                  <a:pt x="10400" y="19827"/>
                  <a:pt x="10172" y="19524"/>
                  <a:pt x="10021" y="19182"/>
                </a:cubicBezTo>
                <a:cubicBezTo>
                  <a:pt x="9831" y="18784"/>
                  <a:pt x="9699" y="18367"/>
                  <a:pt x="9585" y="17950"/>
                </a:cubicBezTo>
                <a:lnTo>
                  <a:pt x="9111" y="16244"/>
                </a:lnTo>
                <a:lnTo>
                  <a:pt x="8125" y="12832"/>
                </a:lnTo>
                <a:cubicBezTo>
                  <a:pt x="7822" y="11732"/>
                  <a:pt x="7519" y="10614"/>
                  <a:pt x="7177" y="9514"/>
                </a:cubicBezTo>
                <a:cubicBezTo>
                  <a:pt x="6950" y="8737"/>
                  <a:pt x="6665" y="7903"/>
                  <a:pt x="6059" y="7353"/>
                </a:cubicBezTo>
                <a:cubicBezTo>
                  <a:pt x="5907" y="7221"/>
                  <a:pt x="5737" y="7107"/>
                  <a:pt x="5547" y="7012"/>
                </a:cubicBezTo>
                <a:cubicBezTo>
                  <a:pt x="5534" y="7008"/>
                  <a:pt x="5519" y="7005"/>
                  <a:pt x="5505" y="7005"/>
                </a:cubicBezTo>
                <a:cubicBezTo>
                  <a:pt x="5457" y="7005"/>
                  <a:pt x="5410" y="7030"/>
                  <a:pt x="5395" y="7088"/>
                </a:cubicBezTo>
                <a:cubicBezTo>
                  <a:pt x="5054" y="9041"/>
                  <a:pt x="5661" y="10936"/>
                  <a:pt x="6305" y="12775"/>
                </a:cubicBezTo>
                <a:cubicBezTo>
                  <a:pt x="6628" y="13723"/>
                  <a:pt x="6988" y="14671"/>
                  <a:pt x="7253" y="15638"/>
                </a:cubicBezTo>
                <a:cubicBezTo>
                  <a:pt x="7386" y="16093"/>
                  <a:pt x="7481" y="16566"/>
                  <a:pt x="7537" y="17059"/>
                </a:cubicBezTo>
                <a:cubicBezTo>
                  <a:pt x="7556" y="17457"/>
                  <a:pt x="7481" y="17969"/>
                  <a:pt x="7064" y="18121"/>
                </a:cubicBezTo>
                <a:cubicBezTo>
                  <a:pt x="6994" y="18147"/>
                  <a:pt x="6924" y="18158"/>
                  <a:pt x="6855" y="18158"/>
                </a:cubicBezTo>
                <a:cubicBezTo>
                  <a:pt x="6568" y="18158"/>
                  <a:pt x="6295" y="17959"/>
                  <a:pt x="6097" y="17761"/>
                </a:cubicBezTo>
                <a:cubicBezTo>
                  <a:pt x="5774" y="17438"/>
                  <a:pt x="5547" y="17059"/>
                  <a:pt x="5376" y="16642"/>
                </a:cubicBezTo>
                <a:cubicBezTo>
                  <a:pt x="4959" y="15619"/>
                  <a:pt x="4561" y="14595"/>
                  <a:pt x="4182" y="13571"/>
                </a:cubicBezTo>
                <a:cubicBezTo>
                  <a:pt x="3405" y="11505"/>
                  <a:pt x="2703" y="9401"/>
                  <a:pt x="2059" y="7278"/>
                </a:cubicBezTo>
                <a:cubicBezTo>
                  <a:pt x="1414" y="5154"/>
                  <a:pt x="846" y="3012"/>
                  <a:pt x="334" y="851"/>
                </a:cubicBezTo>
                <a:cubicBezTo>
                  <a:pt x="277" y="586"/>
                  <a:pt x="220" y="320"/>
                  <a:pt x="163" y="55"/>
                </a:cubicBezTo>
                <a:cubicBezTo>
                  <a:pt x="156" y="17"/>
                  <a:pt x="126" y="0"/>
                  <a:pt x="95" y="0"/>
                </a:cubicBezTo>
                <a:close/>
              </a:path>
            </a:pathLst>
          </a:custGeom>
          <a:solidFill>
            <a:srgbClr val="1C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670" name="Google Shape;670;p13"/>
          <p:cNvGrpSpPr/>
          <p:nvPr/>
        </p:nvGrpSpPr>
        <p:grpSpPr>
          <a:xfrm rot="3559955">
            <a:off x="-42012" y="-631342"/>
            <a:ext cx="1344348" cy="1995332"/>
            <a:chOff x="272875" y="1527563"/>
            <a:chExt cx="255950" cy="455000"/>
          </a:xfrm>
        </p:grpSpPr>
        <p:sp>
          <p:nvSpPr>
            <p:cNvPr id="671" name="Google Shape;671;p13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2" name="Google Shape;672;p13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3" name="Google Shape;673;p13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4" name="Google Shape;674;p13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5" name="Google Shape;675;p13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6" name="Google Shape;676;p13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7" name="Google Shape;677;p13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8" name="Google Shape;678;p13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9" name="Google Shape;679;p13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0" name="Google Shape;680;p13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1" name="Google Shape;681;p13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2" name="Google Shape;682;p13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3" name="Google Shape;683;p13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4" name="Google Shape;684;p13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5" name="Google Shape;685;p13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6" name="Google Shape;686;p13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7" name="Google Shape;687;p13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8" name="Google Shape;688;p13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9" name="Google Shape;689;p13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0" name="Google Shape;690;p13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1" name="Google Shape;691;p13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2" name="Google Shape;692;p13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3" name="Google Shape;693;p13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4" name="Google Shape;694;p13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5" name="Google Shape;695;p13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6" name="Google Shape;696;p13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7" name="Google Shape;697;p13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8" name="Google Shape;698;p13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9" name="Google Shape;699;p13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0" name="Google Shape;700;p13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1" name="Google Shape;701;p13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2" name="Google Shape;702;p13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3" name="Google Shape;703;p13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4" name="Google Shape;704;p13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5" name="Google Shape;705;p13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706" name="Google Shape;706;p13"/>
          <p:cNvPicPr preferRelativeResize="0"/>
          <p:nvPr/>
        </p:nvPicPr>
        <p:blipFill>
          <a:blip r:embed="rId3">
            <a:alphaModFix amt="74000"/>
          </a:blip>
          <a:stretch>
            <a:fillRect/>
          </a:stretch>
        </p:blipFill>
        <p:spPr>
          <a:xfrm rot="-10024386">
            <a:off x="7156213" y="-1143378"/>
            <a:ext cx="2894879" cy="2593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707" name="Google Shape;707;p13"/>
          <p:cNvPicPr preferRelativeResize="0"/>
          <p:nvPr/>
        </p:nvPicPr>
        <p:blipFill>
          <a:blip r:embed="rId4">
            <a:alphaModFix amt="74000"/>
          </a:blip>
          <a:stretch>
            <a:fillRect/>
          </a:stretch>
        </p:blipFill>
        <p:spPr>
          <a:xfrm rot="-7120613" flipH="1">
            <a:off x="5305666" y="-1758350"/>
            <a:ext cx="2894876" cy="2593327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13"/>
          <p:cNvSpPr txBox="1">
            <a:spLocks noGrp="1"/>
          </p:cNvSpPr>
          <p:nvPr>
            <p:ph type="title" hasCustomPrompt="1"/>
          </p:nvPr>
        </p:nvSpPr>
        <p:spPr>
          <a:xfrm>
            <a:off x="3170031" y="3417401"/>
            <a:ext cx="10368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09" name="Google Shape;709;p13"/>
          <p:cNvSpPr txBox="1">
            <a:spLocks noGrp="1"/>
          </p:cNvSpPr>
          <p:nvPr>
            <p:ph type="title" idx="2" hasCustomPrompt="1"/>
          </p:nvPr>
        </p:nvSpPr>
        <p:spPr>
          <a:xfrm>
            <a:off x="5686543" y="3417401"/>
            <a:ext cx="10368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10" name="Google Shape;710;p13"/>
          <p:cNvSpPr txBox="1">
            <a:spLocks noGrp="1"/>
          </p:cNvSpPr>
          <p:nvPr>
            <p:ph type="title" idx="3" hasCustomPrompt="1"/>
          </p:nvPr>
        </p:nvSpPr>
        <p:spPr>
          <a:xfrm>
            <a:off x="5697526" y="1667000"/>
            <a:ext cx="10368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11" name="Google Shape;711;p13"/>
          <p:cNvSpPr txBox="1">
            <a:spLocks noGrp="1"/>
          </p:cNvSpPr>
          <p:nvPr>
            <p:ph type="title" idx="4" hasCustomPrompt="1"/>
          </p:nvPr>
        </p:nvSpPr>
        <p:spPr>
          <a:xfrm>
            <a:off x="637282" y="3444201"/>
            <a:ext cx="10368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12" name="Google Shape;712;p13"/>
          <p:cNvSpPr txBox="1">
            <a:spLocks noGrp="1"/>
          </p:cNvSpPr>
          <p:nvPr>
            <p:ph type="title" idx="5" hasCustomPrompt="1"/>
          </p:nvPr>
        </p:nvSpPr>
        <p:spPr>
          <a:xfrm>
            <a:off x="637282" y="1667000"/>
            <a:ext cx="10368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13" name="Google Shape;713;p13"/>
          <p:cNvSpPr txBox="1">
            <a:spLocks noGrp="1"/>
          </p:cNvSpPr>
          <p:nvPr>
            <p:ph type="title" idx="6" hasCustomPrompt="1"/>
          </p:nvPr>
        </p:nvSpPr>
        <p:spPr>
          <a:xfrm>
            <a:off x="3170031" y="1667000"/>
            <a:ext cx="10368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14" name="Google Shape;714;p13"/>
          <p:cNvSpPr txBox="1">
            <a:spLocks noGrp="1"/>
          </p:cNvSpPr>
          <p:nvPr>
            <p:ph type="ctrTitle" idx="7"/>
          </p:nvPr>
        </p:nvSpPr>
        <p:spPr>
          <a:xfrm>
            <a:off x="4160248" y="3267400"/>
            <a:ext cx="1821000" cy="4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15" name="Google Shape;715;p13"/>
          <p:cNvSpPr txBox="1">
            <a:spLocks noGrp="1"/>
          </p:cNvSpPr>
          <p:nvPr>
            <p:ph type="subTitle" idx="1"/>
          </p:nvPr>
        </p:nvSpPr>
        <p:spPr>
          <a:xfrm>
            <a:off x="4160247" y="3572896"/>
            <a:ext cx="1821000" cy="8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6" name="Google Shape;716;p13"/>
          <p:cNvSpPr txBox="1">
            <a:spLocks noGrp="1"/>
          </p:cNvSpPr>
          <p:nvPr>
            <p:ph type="ctrTitle" idx="8"/>
          </p:nvPr>
        </p:nvSpPr>
        <p:spPr>
          <a:xfrm>
            <a:off x="6688381" y="3267400"/>
            <a:ext cx="1821000" cy="4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17" name="Google Shape;717;p13"/>
          <p:cNvSpPr txBox="1">
            <a:spLocks noGrp="1"/>
          </p:cNvSpPr>
          <p:nvPr>
            <p:ph type="subTitle" idx="9"/>
          </p:nvPr>
        </p:nvSpPr>
        <p:spPr>
          <a:xfrm>
            <a:off x="6688378" y="3572896"/>
            <a:ext cx="1821000" cy="8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8" name="Google Shape;718;p13"/>
          <p:cNvSpPr/>
          <p:nvPr/>
        </p:nvSpPr>
        <p:spPr>
          <a:xfrm>
            <a:off x="1150175" y="2700900"/>
            <a:ext cx="2525" cy="25"/>
          </a:xfrm>
          <a:custGeom>
            <a:avLst/>
            <a:gdLst/>
            <a:ahLst/>
            <a:cxnLst/>
            <a:rect l="l" t="t" r="r" b="b"/>
            <a:pathLst>
              <a:path w="101" h="1" extrusionOk="0">
                <a:moveTo>
                  <a:pt x="101" y="1"/>
                </a:move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CEF2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719" name="Google Shape;719;p13"/>
          <p:cNvSpPr txBox="1">
            <a:spLocks noGrp="1"/>
          </p:cNvSpPr>
          <p:nvPr>
            <p:ph type="ctrTitle" idx="13"/>
          </p:nvPr>
        </p:nvSpPr>
        <p:spPr>
          <a:xfrm>
            <a:off x="6688650" y="1490050"/>
            <a:ext cx="1821000" cy="4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20" name="Google Shape;720;p13"/>
          <p:cNvSpPr txBox="1">
            <a:spLocks noGrp="1"/>
          </p:cNvSpPr>
          <p:nvPr>
            <p:ph type="subTitle" idx="14"/>
          </p:nvPr>
        </p:nvSpPr>
        <p:spPr>
          <a:xfrm>
            <a:off x="6688665" y="1791550"/>
            <a:ext cx="1821000" cy="79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1" name="Google Shape;721;p13"/>
          <p:cNvSpPr txBox="1">
            <a:spLocks noGrp="1"/>
          </p:cNvSpPr>
          <p:nvPr>
            <p:ph type="ctrTitle" idx="15"/>
          </p:nvPr>
        </p:nvSpPr>
        <p:spPr>
          <a:xfrm>
            <a:off x="1622668" y="3267400"/>
            <a:ext cx="1821000" cy="4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22" name="Google Shape;722;p13"/>
          <p:cNvSpPr txBox="1">
            <a:spLocks noGrp="1"/>
          </p:cNvSpPr>
          <p:nvPr>
            <p:ph type="subTitle" idx="16"/>
          </p:nvPr>
        </p:nvSpPr>
        <p:spPr>
          <a:xfrm>
            <a:off x="1622669" y="3572896"/>
            <a:ext cx="1821000" cy="8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3" name="Google Shape;723;p13"/>
          <p:cNvSpPr txBox="1">
            <a:spLocks noGrp="1"/>
          </p:cNvSpPr>
          <p:nvPr>
            <p:ph type="ctrTitle" idx="17"/>
          </p:nvPr>
        </p:nvSpPr>
        <p:spPr>
          <a:xfrm>
            <a:off x="1622668" y="1490050"/>
            <a:ext cx="1821000" cy="4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24" name="Google Shape;724;p13"/>
          <p:cNvSpPr txBox="1">
            <a:spLocks noGrp="1"/>
          </p:cNvSpPr>
          <p:nvPr>
            <p:ph type="subTitle" idx="18"/>
          </p:nvPr>
        </p:nvSpPr>
        <p:spPr>
          <a:xfrm>
            <a:off x="1622669" y="1791550"/>
            <a:ext cx="1821000" cy="79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5" name="Google Shape;725;p13"/>
          <p:cNvSpPr txBox="1">
            <a:spLocks noGrp="1"/>
          </p:cNvSpPr>
          <p:nvPr>
            <p:ph type="ctrTitle" idx="19"/>
          </p:nvPr>
        </p:nvSpPr>
        <p:spPr>
          <a:xfrm>
            <a:off x="4160243" y="1490050"/>
            <a:ext cx="1821000" cy="4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26" name="Google Shape;726;p13"/>
          <p:cNvSpPr txBox="1">
            <a:spLocks noGrp="1"/>
          </p:cNvSpPr>
          <p:nvPr>
            <p:ph type="subTitle" idx="20"/>
          </p:nvPr>
        </p:nvSpPr>
        <p:spPr>
          <a:xfrm>
            <a:off x="4160258" y="1791550"/>
            <a:ext cx="1821000" cy="79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7" name="Google Shape;727;p13"/>
          <p:cNvSpPr txBox="1">
            <a:spLocks noGrp="1"/>
          </p:cNvSpPr>
          <p:nvPr>
            <p:ph type="ctrTitle" idx="21"/>
          </p:nvPr>
        </p:nvSpPr>
        <p:spPr>
          <a:xfrm>
            <a:off x="720000" y="342524"/>
            <a:ext cx="77040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3"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14"/>
          <p:cNvPicPr preferRelativeResize="0"/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 rot="5399990" flipH="1">
            <a:off x="7705516" y="-598319"/>
            <a:ext cx="3297389" cy="22766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0" name="Google Shape;730;p14"/>
          <p:cNvGrpSpPr/>
          <p:nvPr/>
        </p:nvGrpSpPr>
        <p:grpSpPr>
          <a:xfrm rot="-987768">
            <a:off x="7751817" y="-266278"/>
            <a:ext cx="1344359" cy="1995308"/>
            <a:chOff x="272875" y="1527563"/>
            <a:chExt cx="255950" cy="455000"/>
          </a:xfrm>
        </p:grpSpPr>
        <p:sp>
          <p:nvSpPr>
            <p:cNvPr id="731" name="Google Shape;731;p14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2" name="Google Shape;732;p14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3" name="Google Shape;733;p14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4" name="Google Shape;734;p14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5" name="Google Shape;735;p14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6" name="Google Shape;736;p14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7" name="Google Shape;737;p14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8" name="Google Shape;738;p14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9" name="Google Shape;739;p14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0" name="Google Shape;740;p14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1" name="Google Shape;741;p14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2" name="Google Shape;742;p14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3" name="Google Shape;743;p14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4" name="Google Shape;744;p14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5" name="Google Shape;745;p14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6" name="Google Shape;746;p14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7" name="Google Shape;747;p14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8" name="Google Shape;748;p14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9" name="Google Shape;749;p14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0" name="Google Shape;750;p14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1" name="Google Shape;751;p14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2" name="Google Shape;752;p14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3" name="Google Shape;753;p14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4" name="Google Shape;754;p14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5" name="Google Shape;755;p14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6" name="Google Shape;756;p14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7" name="Google Shape;757;p14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8" name="Google Shape;758;p14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9" name="Google Shape;759;p14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0" name="Google Shape;760;p14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1" name="Google Shape;761;p14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2" name="Google Shape;762;p14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3" name="Google Shape;763;p14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4" name="Google Shape;764;p14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5" name="Google Shape;765;p14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766" name="Google Shape;766;p14"/>
          <p:cNvPicPr preferRelativeResize="0"/>
          <p:nvPr/>
        </p:nvPicPr>
        <p:blipFill>
          <a:blip r:embed="rId3">
            <a:alphaModFix amt="74000"/>
          </a:blip>
          <a:stretch>
            <a:fillRect/>
          </a:stretch>
        </p:blipFill>
        <p:spPr>
          <a:xfrm rot="-10162003" flipH="1">
            <a:off x="-1091107" y="-1133759"/>
            <a:ext cx="2894871" cy="2593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67" name="Google Shape;767;p14"/>
          <p:cNvPicPr preferRelativeResize="0"/>
          <p:nvPr/>
        </p:nvPicPr>
        <p:blipFill>
          <a:blip r:embed="rId4">
            <a:alphaModFix amt="76000"/>
          </a:blip>
          <a:stretch>
            <a:fillRect/>
          </a:stretch>
        </p:blipFill>
        <p:spPr>
          <a:xfrm rot="363351">
            <a:off x="802621" y="4291783"/>
            <a:ext cx="7605804" cy="2832383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14"/>
          <p:cNvSpPr/>
          <p:nvPr/>
        </p:nvSpPr>
        <p:spPr>
          <a:xfrm rot="9899989">
            <a:off x="-583964" y="4625085"/>
            <a:ext cx="2265015" cy="2165770"/>
          </a:xfrm>
          <a:custGeom>
            <a:avLst/>
            <a:gdLst/>
            <a:ahLst/>
            <a:cxnLst/>
            <a:rect l="l" t="t" r="r" b="b"/>
            <a:pathLst>
              <a:path w="21339" h="20404" extrusionOk="0">
                <a:moveTo>
                  <a:pt x="95" y="0"/>
                </a:moveTo>
                <a:cubicBezTo>
                  <a:pt x="50" y="0"/>
                  <a:pt x="0" y="36"/>
                  <a:pt x="12" y="93"/>
                </a:cubicBezTo>
                <a:cubicBezTo>
                  <a:pt x="485" y="2330"/>
                  <a:pt x="1054" y="4567"/>
                  <a:pt x="1680" y="6766"/>
                </a:cubicBezTo>
                <a:cubicBezTo>
                  <a:pt x="2324" y="8965"/>
                  <a:pt x="3045" y="11126"/>
                  <a:pt x="3822" y="13249"/>
                </a:cubicBezTo>
                <a:cubicBezTo>
                  <a:pt x="4220" y="14330"/>
                  <a:pt x="4618" y="15391"/>
                  <a:pt x="5054" y="16453"/>
                </a:cubicBezTo>
                <a:cubicBezTo>
                  <a:pt x="5225" y="16889"/>
                  <a:pt x="5433" y="17287"/>
                  <a:pt x="5699" y="17666"/>
                </a:cubicBezTo>
                <a:cubicBezTo>
                  <a:pt x="5926" y="17988"/>
                  <a:pt x="6267" y="18216"/>
                  <a:pt x="6646" y="18348"/>
                </a:cubicBezTo>
                <a:cubicBezTo>
                  <a:pt x="6705" y="18361"/>
                  <a:pt x="6764" y="18368"/>
                  <a:pt x="6823" y="18368"/>
                </a:cubicBezTo>
                <a:cubicBezTo>
                  <a:pt x="7107" y="18368"/>
                  <a:pt x="7384" y="18221"/>
                  <a:pt x="7556" y="17969"/>
                </a:cubicBezTo>
                <a:cubicBezTo>
                  <a:pt x="7746" y="17609"/>
                  <a:pt x="7784" y="17173"/>
                  <a:pt x="7708" y="16775"/>
                </a:cubicBezTo>
                <a:cubicBezTo>
                  <a:pt x="7519" y="15770"/>
                  <a:pt x="7253" y="14784"/>
                  <a:pt x="6893" y="13837"/>
                </a:cubicBezTo>
                <a:cubicBezTo>
                  <a:pt x="6248" y="11941"/>
                  <a:pt x="5414" y="9969"/>
                  <a:pt x="5528" y="7922"/>
                </a:cubicBezTo>
                <a:cubicBezTo>
                  <a:pt x="5543" y="7707"/>
                  <a:pt x="5559" y="7504"/>
                  <a:pt x="5594" y="7294"/>
                </a:cubicBezTo>
                <a:lnTo>
                  <a:pt x="5594" y="7294"/>
                </a:lnTo>
                <a:cubicBezTo>
                  <a:pt x="6312" y="7702"/>
                  <a:pt x="6661" y="8502"/>
                  <a:pt x="6893" y="9268"/>
                </a:cubicBezTo>
                <a:cubicBezTo>
                  <a:pt x="7234" y="10349"/>
                  <a:pt x="7519" y="11467"/>
                  <a:pt x="7822" y="12567"/>
                </a:cubicBezTo>
                <a:lnTo>
                  <a:pt x="8789" y="16036"/>
                </a:lnTo>
                <a:cubicBezTo>
                  <a:pt x="8940" y="16604"/>
                  <a:pt x="9111" y="17173"/>
                  <a:pt x="9263" y="17742"/>
                </a:cubicBezTo>
                <a:cubicBezTo>
                  <a:pt x="9376" y="18216"/>
                  <a:pt x="9509" y="18652"/>
                  <a:pt x="9699" y="19107"/>
                </a:cubicBezTo>
                <a:cubicBezTo>
                  <a:pt x="9966" y="19713"/>
                  <a:pt x="10452" y="20404"/>
                  <a:pt x="11172" y="20404"/>
                </a:cubicBezTo>
                <a:cubicBezTo>
                  <a:pt x="11217" y="20404"/>
                  <a:pt x="11263" y="20401"/>
                  <a:pt x="11310" y="20396"/>
                </a:cubicBezTo>
                <a:cubicBezTo>
                  <a:pt x="11708" y="20339"/>
                  <a:pt x="12068" y="20092"/>
                  <a:pt x="12258" y="19732"/>
                </a:cubicBezTo>
                <a:cubicBezTo>
                  <a:pt x="12485" y="19334"/>
                  <a:pt x="12580" y="18860"/>
                  <a:pt x="12504" y="18405"/>
                </a:cubicBezTo>
                <a:cubicBezTo>
                  <a:pt x="12390" y="17855"/>
                  <a:pt x="12239" y="17306"/>
                  <a:pt x="12030" y="16794"/>
                </a:cubicBezTo>
                <a:cubicBezTo>
                  <a:pt x="11841" y="16263"/>
                  <a:pt x="11651" y="15713"/>
                  <a:pt x="11462" y="15183"/>
                </a:cubicBezTo>
                <a:cubicBezTo>
                  <a:pt x="11101" y="14083"/>
                  <a:pt x="10779" y="12965"/>
                  <a:pt x="10457" y="11865"/>
                </a:cubicBezTo>
                <a:cubicBezTo>
                  <a:pt x="10154" y="10766"/>
                  <a:pt x="9869" y="9628"/>
                  <a:pt x="9623" y="8491"/>
                </a:cubicBezTo>
                <a:cubicBezTo>
                  <a:pt x="9414" y="7486"/>
                  <a:pt x="9168" y="6424"/>
                  <a:pt x="9414" y="5420"/>
                </a:cubicBezTo>
                <a:cubicBezTo>
                  <a:pt x="9462" y="5197"/>
                  <a:pt x="9536" y="5002"/>
                  <a:pt x="9626" y="4810"/>
                </a:cubicBezTo>
                <a:lnTo>
                  <a:pt x="9626" y="4810"/>
                </a:lnTo>
                <a:cubicBezTo>
                  <a:pt x="11118" y="5773"/>
                  <a:pt x="11814" y="7472"/>
                  <a:pt x="12239" y="9135"/>
                </a:cubicBezTo>
                <a:cubicBezTo>
                  <a:pt x="12485" y="10026"/>
                  <a:pt x="12637" y="10936"/>
                  <a:pt x="12807" y="11846"/>
                </a:cubicBezTo>
                <a:cubicBezTo>
                  <a:pt x="13035" y="13040"/>
                  <a:pt x="13300" y="14216"/>
                  <a:pt x="13623" y="15391"/>
                </a:cubicBezTo>
                <a:cubicBezTo>
                  <a:pt x="13945" y="16547"/>
                  <a:pt x="14324" y="17723"/>
                  <a:pt x="14741" y="18879"/>
                </a:cubicBezTo>
                <a:cubicBezTo>
                  <a:pt x="14912" y="19315"/>
                  <a:pt x="15063" y="19827"/>
                  <a:pt x="15480" y="20092"/>
                </a:cubicBezTo>
                <a:cubicBezTo>
                  <a:pt x="15595" y="20165"/>
                  <a:pt x="15723" y="20199"/>
                  <a:pt x="15849" y="20199"/>
                </a:cubicBezTo>
                <a:cubicBezTo>
                  <a:pt x="16119" y="20199"/>
                  <a:pt x="16382" y="20042"/>
                  <a:pt x="16485" y="19770"/>
                </a:cubicBezTo>
                <a:cubicBezTo>
                  <a:pt x="16694" y="19334"/>
                  <a:pt x="16675" y="18765"/>
                  <a:pt x="16656" y="18292"/>
                </a:cubicBezTo>
                <a:cubicBezTo>
                  <a:pt x="16637" y="17723"/>
                  <a:pt x="16542" y="17154"/>
                  <a:pt x="16428" y="16585"/>
                </a:cubicBezTo>
                <a:cubicBezTo>
                  <a:pt x="16125" y="15467"/>
                  <a:pt x="15746" y="14348"/>
                  <a:pt x="15291" y="13268"/>
                </a:cubicBezTo>
                <a:cubicBezTo>
                  <a:pt x="14419" y="10993"/>
                  <a:pt x="13793" y="8623"/>
                  <a:pt x="13433" y="6216"/>
                </a:cubicBezTo>
                <a:cubicBezTo>
                  <a:pt x="13360" y="5689"/>
                  <a:pt x="13392" y="4465"/>
                  <a:pt x="14163" y="4465"/>
                </a:cubicBezTo>
                <a:cubicBezTo>
                  <a:pt x="14197" y="4465"/>
                  <a:pt x="14231" y="4467"/>
                  <a:pt x="14267" y="4472"/>
                </a:cubicBezTo>
                <a:cubicBezTo>
                  <a:pt x="14741" y="4548"/>
                  <a:pt x="15025" y="5060"/>
                  <a:pt x="15234" y="5439"/>
                </a:cubicBezTo>
                <a:cubicBezTo>
                  <a:pt x="15499" y="5913"/>
                  <a:pt x="15727" y="6406"/>
                  <a:pt x="15935" y="6898"/>
                </a:cubicBezTo>
                <a:cubicBezTo>
                  <a:pt x="16732" y="8946"/>
                  <a:pt x="17111" y="11107"/>
                  <a:pt x="17452" y="13268"/>
                </a:cubicBezTo>
                <a:cubicBezTo>
                  <a:pt x="17623" y="14348"/>
                  <a:pt x="17793" y="15429"/>
                  <a:pt x="18002" y="16510"/>
                </a:cubicBezTo>
                <a:cubicBezTo>
                  <a:pt x="18096" y="17040"/>
                  <a:pt x="18229" y="17590"/>
                  <a:pt x="18362" y="18121"/>
                </a:cubicBezTo>
                <a:cubicBezTo>
                  <a:pt x="18476" y="18557"/>
                  <a:pt x="18627" y="19031"/>
                  <a:pt x="18968" y="19334"/>
                </a:cubicBezTo>
                <a:cubicBezTo>
                  <a:pt x="19197" y="19533"/>
                  <a:pt x="19456" y="19618"/>
                  <a:pt x="19715" y="19618"/>
                </a:cubicBezTo>
                <a:cubicBezTo>
                  <a:pt x="20273" y="19618"/>
                  <a:pt x="20833" y="19220"/>
                  <a:pt x="21092" y="18690"/>
                </a:cubicBezTo>
                <a:cubicBezTo>
                  <a:pt x="21300" y="18178"/>
                  <a:pt x="21338" y="17628"/>
                  <a:pt x="21205" y="17078"/>
                </a:cubicBezTo>
                <a:cubicBezTo>
                  <a:pt x="21111" y="16472"/>
                  <a:pt x="20902" y="15884"/>
                  <a:pt x="20731" y="15277"/>
                </a:cubicBezTo>
                <a:lnTo>
                  <a:pt x="18684" y="7903"/>
                </a:lnTo>
                <a:cubicBezTo>
                  <a:pt x="18514" y="7315"/>
                  <a:pt x="18362" y="6728"/>
                  <a:pt x="18191" y="6102"/>
                </a:cubicBezTo>
                <a:cubicBezTo>
                  <a:pt x="18162" y="6043"/>
                  <a:pt x="18106" y="6015"/>
                  <a:pt x="18051" y="6015"/>
                </a:cubicBezTo>
                <a:cubicBezTo>
                  <a:pt x="17966" y="6015"/>
                  <a:pt x="17884" y="6082"/>
                  <a:pt x="17907" y="6197"/>
                </a:cubicBezTo>
                <a:cubicBezTo>
                  <a:pt x="18589" y="8623"/>
                  <a:pt x="19253" y="11050"/>
                  <a:pt x="19935" y="13476"/>
                </a:cubicBezTo>
                <a:lnTo>
                  <a:pt x="20428" y="15315"/>
                </a:lnTo>
                <a:cubicBezTo>
                  <a:pt x="20599" y="15903"/>
                  <a:pt x="20788" y="16491"/>
                  <a:pt x="20902" y="17078"/>
                </a:cubicBezTo>
                <a:cubicBezTo>
                  <a:pt x="21016" y="17609"/>
                  <a:pt x="21035" y="18216"/>
                  <a:pt x="20750" y="18690"/>
                </a:cubicBezTo>
                <a:cubicBezTo>
                  <a:pt x="20542" y="19050"/>
                  <a:pt x="20144" y="19296"/>
                  <a:pt x="19727" y="19334"/>
                </a:cubicBezTo>
                <a:cubicBezTo>
                  <a:pt x="19253" y="19334"/>
                  <a:pt x="18950" y="18917"/>
                  <a:pt x="18798" y="18519"/>
                </a:cubicBezTo>
                <a:cubicBezTo>
                  <a:pt x="18627" y="18026"/>
                  <a:pt x="18495" y="17533"/>
                  <a:pt x="18400" y="17040"/>
                </a:cubicBezTo>
                <a:cubicBezTo>
                  <a:pt x="18172" y="15979"/>
                  <a:pt x="17983" y="14898"/>
                  <a:pt x="17812" y="13837"/>
                </a:cubicBezTo>
                <a:cubicBezTo>
                  <a:pt x="17452" y="11713"/>
                  <a:pt x="17130" y="9571"/>
                  <a:pt x="16428" y="7524"/>
                </a:cubicBezTo>
                <a:cubicBezTo>
                  <a:pt x="16239" y="7031"/>
                  <a:pt x="16049" y="6538"/>
                  <a:pt x="15822" y="6064"/>
                </a:cubicBezTo>
                <a:cubicBezTo>
                  <a:pt x="15632" y="5590"/>
                  <a:pt x="15386" y="5154"/>
                  <a:pt x="15082" y="4756"/>
                </a:cubicBezTo>
                <a:cubicBezTo>
                  <a:pt x="14841" y="4446"/>
                  <a:pt x="14506" y="4199"/>
                  <a:pt x="14120" y="4199"/>
                </a:cubicBezTo>
                <a:cubicBezTo>
                  <a:pt x="14081" y="4199"/>
                  <a:pt x="14042" y="4201"/>
                  <a:pt x="14002" y="4207"/>
                </a:cubicBezTo>
                <a:cubicBezTo>
                  <a:pt x="13661" y="4282"/>
                  <a:pt x="13395" y="4529"/>
                  <a:pt x="13281" y="4851"/>
                </a:cubicBezTo>
                <a:cubicBezTo>
                  <a:pt x="13149" y="5230"/>
                  <a:pt x="13092" y="5609"/>
                  <a:pt x="13130" y="6007"/>
                </a:cubicBezTo>
                <a:cubicBezTo>
                  <a:pt x="13187" y="6538"/>
                  <a:pt x="13281" y="7088"/>
                  <a:pt x="13395" y="7619"/>
                </a:cubicBezTo>
                <a:cubicBezTo>
                  <a:pt x="13623" y="8794"/>
                  <a:pt x="13907" y="9969"/>
                  <a:pt x="14267" y="11126"/>
                </a:cubicBezTo>
                <a:cubicBezTo>
                  <a:pt x="14608" y="12244"/>
                  <a:pt x="15044" y="13344"/>
                  <a:pt x="15442" y="14443"/>
                </a:cubicBezTo>
                <a:cubicBezTo>
                  <a:pt x="15879" y="15524"/>
                  <a:pt x="16182" y="16642"/>
                  <a:pt x="16333" y="17799"/>
                </a:cubicBezTo>
                <a:cubicBezTo>
                  <a:pt x="16409" y="18329"/>
                  <a:pt x="16390" y="18879"/>
                  <a:pt x="16296" y="19410"/>
                </a:cubicBezTo>
                <a:cubicBezTo>
                  <a:pt x="16277" y="19618"/>
                  <a:pt x="16144" y="19789"/>
                  <a:pt x="15973" y="19884"/>
                </a:cubicBezTo>
                <a:cubicBezTo>
                  <a:pt x="15943" y="19889"/>
                  <a:pt x="15912" y="19892"/>
                  <a:pt x="15882" y="19892"/>
                </a:cubicBezTo>
                <a:cubicBezTo>
                  <a:pt x="15710" y="19892"/>
                  <a:pt x="15558" y="19802"/>
                  <a:pt x="15461" y="19656"/>
                </a:cubicBezTo>
                <a:cubicBezTo>
                  <a:pt x="15329" y="19467"/>
                  <a:pt x="15215" y="19258"/>
                  <a:pt x="15139" y="19031"/>
                </a:cubicBezTo>
                <a:cubicBezTo>
                  <a:pt x="15025" y="18746"/>
                  <a:pt x="14912" y="18481"/>
                  <a:pt x="14817" y="18197"/>
                </a:cubicBezTo>
                <a:cubicBezTo>
                  <a:pt x="14608" y="17628"/>
                  <a:pt x="14419" y="17059"/>
                  <a:pt x="14248" y="16491"/>
                </a:cubicBezTo>
                <a:cubicBezTo>
                  <a:pt x="13888" y="15353"/>
                  <a:pt x="13566" y="14178"/>
                  <a:pt x="13300" y="13003"/>
                </a:cubicBezTo>
                <a:cubicBezTo>
                  <a:pt x="13073" y="12017"/>
                  <a:pt x="12921" y="11031"/>
                  <a:pt x="12694" y="10045"/>
                </a:cubicBezTo>
                <a:cubicBezTo>
                  <a:pt x="12334" y="8377"/>
                  <a:pt x="11822" y="6576"/>
                  <a:pt x="10590" y="5306"/>
                </a:cubicBezTo>
                <a:cubicBezTo>
                  <a:pt x="10305" y="5022"/>
                  <a:pt x="9983" y="4756"/>
                  <a:pt x="9623" y="4548"/>
                </a:cubicBezTo>
                <a:cubicBezTo>
                  <a:pt x="9603" y="4534"/>
                  <a:pt x="9580" y="4528"/>
                  <a:pt x="9558" y="4528"/>
                </a:cubicBezTo>
                <a:cubicBezTo>
                  <a:pt x="9517" y="4528"/>
                  <a:pt x="9477" y="4549"/>
                  <a:pt x="9452" y="4586"/>
                </a:cubicBezTo>
                <a:cubicBezTo>
                  <a:pt x="8978" y="5458"/>
                  <a:pt x="9016" y="6481"/>
                  <a:pt x="9168" y="7448"/>
                </a:cubicBezTo>
                <a:cubicBezTo>
                  <a:pt x="9338" y="8510"/>
                  <a:pt x="9604" y="9571"/>
                  <a:pt x="9869" y="10633"/>
                </a:cubicBezTo>
                <a:cubicBezTo>
                  <a:pt x="10438" y="12832"/>
                  <a:pt x="11101" y="14993"/>
                  <a:pt x="11879" y="17135"/>
                </a:cubicBezTo>
                <a:cubicBezTo>
                  <a:pt x="12182" y="18007"/>
                  <a:pt x="12618" y="19182"/>
                  <a:pt x="11784" y="19922"/>
                </a:cubicBezTo>
                <a:cubicBezTo>
                  <a:pt x="11612" y="20082"/>
                  <a:pt x="11386" y="20166"/>
                  <a:pt x="11158" y="20166"/>
                </a:cubicBezTo>
                <a:cubicBezTo>
                  <a:pt x="11008" y="20166"/>
                  <a:pt x="10858" y="20130"/>
                  <a:pt x="10722" y="20055"/>
                </a:cubicBezTo>
                <a:cubicBezTo>
                  <a:pt x="10400" y="19827"/>
                  <a:pt x="10172" y="19524"/>
                  <a:pt x="10021" y="19182"/>
                </a:cubicBezTo>
                <a:cubicBezTo>
                  <a:pt x="9831" y="18784"/>
                  <a:pt x="9699" y="18367"/>
                  <a:pt x="9585" y="17950"/>
                </a:cubicBezTo>
                <a:lnTo>
                  <a:pt x="9111" y="16244"/>
                </a:lnTo>
                <a:lnTo>
                  <a:pt x="8125" y="12832"/>
                </a:lnTo>
                <a:cubicBezTo>
                  <a:pt x="7822" y="11732"/>
                  <a:pt x="7519" y="10614"/>
                  <a:pt x="7177" y="9514"/>
                </a:cubicBezTo>
                <a:cubicBezTo>
                  <a:pt x="6950" y="8737"/>
                  <a:pt x="6665" y="7903"/>
                  <a:pt x="6059" y="7353"/>
                </a:cubicBezTo>
                <a:cubicBezTo>
                  <a:pt x="5907" y="7221"/>
                  <a:pt x="5737" y="7107"/>
                  <a:pt x="5547" y="7012"/>
                </a:cubicBezTo>
                <a:cubicBezTo>
                  <a:pt x="5534" y="7008"/>
                  <a:pt x="5519" y="7005"/>
                  <a:pt x="5505" y="7005"/>
                </a:cubicBezTo>
                <a:cubicBezTo>
                  <a:pt x="5457" y="7005"/>
                  <a:pt x="5410" y="7030"/>
                  <a:pt x="5395" y="7088"/>
                </a:cubicBezTo>
                <a:cubicBezTo>
                  <a:pt x="5054" y="9041"/>
                  <a:pt x="5661" y="10936"/>
                  <a:pt x="6305" y="12775"/>
                </a:cubicBezTo>
                <a:cubicBezTo>
                  <a:pt x="6628" y="13723"/>
                  <a:pt x="6988" y="14671"/>
                  <a:pt x="7253" y="15638"/>
                </a:cubicBezTo>
                <a:cubicBezTo>
                  <a:pt x="7386" y="16093"/>
                  <a:pt x="7481" y="16566"/>
                  <a:pt x="7537" y="17059"/>
                </a:cubicBezTo>
                <a:cubicBezTo>
                  <a:pt x="7556" y="17457"/>
                  <a:pt x="7481" y="17969"/>
                  <a:pt x="7064" y="18121"/>
                </a:cubicBezTo>
                <a:cubicBezTo>
                  <a:pt x="6994" y="18147"/>
                  <a:pt x="6924" y="18158"/>
                  <a:pt x="6855" y="18158"/>
                </a:cubicBezTo>
                <a:cubicBezTo>
                  <a:pt x="6568" y="18158"/>
                  <a:pt x="6295" y="17959"/>
                  <a:pt x="6097" y="17761"/>
                </a:cubicBezTo>
                <a:cubicBezTo>
                  <a:pt x="5774" y="17438"/>
                  <a:pt x="5547" y="17059"/>
                  <a:pt x="5376" y="16642"/>
                </a:cubicBezTo>
                <a:cubicBezTo>
                  <a:pt x="4959" y="15619"/>
                  <a:pt x="4561" y="14595"/>
                  <a:pt x="4182" y="13571"/>
                </a:cubicBezTo>
                <a:cubicBezTo>
                  <a:pt x="3405" y="11505"/>
                  <a:pt x="2703" y="9401"/>
                  <a:pt x="2059" y="7278"/>
                </a:cubicBezTo>
                <a:cubicBezTo>
                  <a:pt x="1414" y="5154"/>
                  <a:pt x="846" y="3012"/>
                  <a:pt x="334" y="851"/>
                </a:cubicBezTo>
                <a:cubicBezTo>
                  <a:pt x="277" y="586"/>
                  <a:pt x="220" y="320"/>
                  <a:pt x="163" y="55"/>
                </a:cubicBezTo>
                <a:cubicBezTo>
                  <a:pt x="156" y="17"/>
                  <a:pt x="126" y="0"/>
                  <a:pt x="95" y="0"/>
                </a:cubicBezTo>
                <a:close/>
              </a:path>
            </a:pathLst>
          </a:custGeom>
          <a:solidFill>
            <a:srgbClr val="3C8D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69" name="Google Shape;769;p14"/>
          <p:cNvSpPr txBox="1">
            <a:spLocks noGrp="1"/>
          </p:cNvSpPr>
          <p:nvPr>
            <p:ph type="ctrTitle"/>
          </p:nvPr>
        </p:nvSpPr>
        <p:spPr>
          <a:xfrm>
            <a:off x="736646" y="373025"/>
            <a:ext cx="7672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3_1"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1" name="Google Shape;771;p15"/>
          <p:cNvPicPr preferRelativeResize="0"/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 rot="8456486" flipH="1">
            <a:off x="7252441" y="4177105"/>
            <a:ext cx="3297389" cy="22766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2" name="Google Shape;772;p15"/>
          <p:cNvGrpSpPr/>
          <p:nvPr/>
        </p:nvGrpSpPr>
        <p:grpSpPr>
          <a:xfrm rot="2700046">
            <a:off x="8023488" y="3760130"/>
            <a:ext cx="1344367" cy="1995327"/>
            <a:chOff x="272875" y="1527563"/>
            <a:chExt cx="255950" cy="455000"/>
          </a:xfrm>
        </p:grpSpPr>
        <p:sp>
          <p:nvSpPr>
            <p:cNvPr id="773" name="Google Shape;773;p15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4" name="Google Shape;774;p15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5" name="Google Shape;775;p15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6" name="Google Shape;776;p15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7" name="Google Shape;777;p15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8" name="Google Shape;778;p15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9" name="Google Shape;779;p15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0" name="Google Shape;780;p15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1" name="Google Shape;781;p15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2" name="Google Shape;782;p15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3" name="Google Shape;783;p15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4" name="Google Shape;784;p15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5" name="Google Shape;785;p15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6" name="Google Shape;786;p15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7" name="Google Shape;787;p15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8" name="Google Shape;788;p15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9" name="Google Shape;789;p15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0" name="Google Shape;790;p15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1" name="Google Shape;791;p15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2" name="Google Shape;792;p15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3" name="Google Shape;793;p15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4" name="Google Shape;794;p15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5" name="Google Shape;795;p15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6" name="Google Shape;796;p15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7" name="Google Shape;797;p15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8" name="Google Shape;798;p15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9" name="Google Shape;799;p15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0" name="Google Shape;800;p15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1" name="Google Shape;801;p15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2" name="Google Shape;802;p15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3" name="Google Shape;803;p15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4" name="Google Shape;804;p15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5" name="Google Shape;805;p15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6" name="Google Shape;806;p15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7" name="Google Shape;807;p15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808" name="Google Shape;808;p15"/>
          <p:cNvPicPr preferRelativeResize="0"/>
          <p:nvPr/>
        </p:nvPicPr>
        <p:blipFill>
          <a:blip r:embed="rId3">
            <a:alphaModFix amt="74000"/>
          </a:blip>
          <a:stretch>
            <a:fillRect/>
          </a:stretch>
        </p:blipFill>
        <p:spPr>
          <a:xfrm rot="-5809801" flipH="1">
            <a:off x="7609918" y="-1097658"/>
            <a:ext cx="2894870" cy="2593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" name="Google Shape;809;p15"/>
          <p:cNvPicPr preferRelativeResize="0"/>
          <p:nvPr/>
        </p:nvPicPr>
        <p:blipFill>
          <a:blip r:embed="rId4">
            <a:alphaModFix amt="76000"/>
          </a:blip>
          <a:stretch>
            <a:fillRect/>
          </a:stretch>
        </p:blipFill>
        <p:spPr>
          <a:xfrm rot="9663874">
            <a:off x="-3354179" y="-1777728"/>
            <a:ext cx="7605805" cy="28323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0" name="Google Shape;810;p15"/>
          <p:cNvGrpSpPr/>
          <p:nvPr/>
        </p:nvGrpSpPr>
        <p:grpSpPr>
          <a:xfrm rot="-7181356">
            <a:off x="474922" y="-1462434"/>
            <a:ext cx="1344356" cy="2469645"/>
            <a:chOff x="272875" y="1419395"/>
            <a:chExt cx="255950" cy="563168"/>
          </a:xfrm>
        </p:grpSpPr>
        <p:sp>
          <p:nvSpPr>
            <p:cNvPr id="811" name="Google Shape;811;p15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2" name="Google Shape;812;p15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3" name="Google Shape;813;p15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4" name="Google Shape;814;p15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5" name="Google Shape;815;p15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6" name="Google Shape;816;p15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7" name="Google Shape;817;p15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8" name="Google Shape;818;p15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9" name="Google Shape;819;p15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0" name="Google Shape;820;p15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1" name="Google Shape;821;p15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2" name="Google Shape;822;p15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3" name="Google Shape;823;p15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4" name="Google Shape;824;p15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5" name="Google Shape;825;p15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6" name="Google Shape;826;p15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7" name="Google Shape;827;p15"/>
            <p:cNvSpPr/>
            <p:nvPr/>
          </p:nvSpPr>
          <p:spPr>
            <a:xfrm>
              <a:off x="369050" y="1615955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8" name="Google Shape;828;p15"/>
            <p:cNvSpPr/>
            <p:nvPr/>
          </p:nvSpPr>
          <p:spPr>
            <a:xfrm>
              <a:off x="490635" y="1582215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9" name="Google Shape;829;p15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0" name="Google Shape;830;p15"/>
            <p:cNvSpPr/>
            <p:nvPr/>
          </p:nvSpPr>
          <p:spPr>
            <a:xfrm>
              <a:off x="438343" y="1487068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1" name="Google Shape;831;p15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2" name="Google Shape;832;p15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3" name="Google Shape;833;p15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4" name="Google Shape;834;p15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5" name="Google Shape;835;p15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6" name="Google Shape;836;p15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7" name="Google Shape;837;p15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8" name="Google Shape;838;p15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9" name="Google Shape;839;p15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0" name="Google Shape;840;p15"/>
            <p:cNvSpPr/>
            <p:nvPr/>
          </p:nvSpPr>
          <p:spPr>
            <a:xfrm>
              <a:off x="360075" y="195388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1" name="Google Shape;841;p15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2" name="Google Shape;842;p15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3" name="Google Shape;843;p15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4" name="Google Shape;844;p15"/>
            <p:cNvSpPr/>
            <p:nvPr/>
          </p:nvSpPr>
          <p:spPr>
            <a:xfrm>
              <a:off x="394558" y="1560904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5" name="Google Shape;845;p15"/>
            <p:cNvSpPr/>
            <p:nvPr/>
          </p:nvSpPr>
          <p:spPr>
            <a:xfrm>
              <a:off x="418850" y="1419395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46" name="Google Shape;846;p15"/>
          <p:cNvSpPr/>
          <p:nvPr/>
        </p:nvSpPr>
        <p:spPr>
          <a:xfrm rot="3011561">
            <a:off x="8384437" y="-796490"/>
            <a:ext cx="1345837" cy="1286867"/>
          </a:xfrm>
          <a:custGeom>
            <a:avLst/>
            <a:gdLst/>
            <a:ahLst/>
            <a:cxnLst/>
            <a:rect l="l" t="t" r="r" b="b"/>
            <a:pathLst>
              <a:path w="21339" h="20404" extrusionOk="0">
                <a:moveTo>
                  <a:pt x="95" y="0"/>
                </a:moveTo>
                <a:cubicBezTo>
                  <a:pt x="50" y="0"/>
                  <a:pt x="0" y="36"/>
                  <a:pt x="12" y="93"/>
                </a:cubicBezTo>
                <a:cubicBezTo>
                  <a:pt x="485" y="2330"/>
                  <a:pt x="1054" y="4567"/>
                  <a:pt x="1680" y="6766"/>
                </a:cubicBezTo>
                <a:cubicBezTo>
                  <a:pt x="2324" y="8965"/>
                  <a:pt x="3045" y="11126"/>
                  <a:pt x="3822" y="13249"/>
                </a:cubicBezTo>
                <a:cubicBezTo>
                  <a:pt x="4220" y="14330"/>
                  <a:pt x="4618" y="15391"/>
                  <a:pt x="5054" y="16453"/>
                </a:cubicBezTo>
                <a:cubicBezTo>
                  <a:pt x="5225" y="16889"/>
                  <a:pt x="5433" y="17287"/>
                  <a:pt x="5699" y="17666"/>
                </a:cubicBezTo>
                <a:cubicBezTo>
                  <a:pt x="5926" y="17988"/>
                  <a:pt x="6267" y="18216"/>
                  <a:pt x="6646" y="18348"/>
                </a:cubicBezTo>
                <a:cubicBezTo>
                  <a:pt x="6705" y="18361"/>
                  <a:pt x="6764" y="18368"/>
                  <a:pt x="6823" y="18368"/>
                </a:cubicBezTo>
                <a:cubicBezTo>
                  <a:pt x="7107" y="18368"/>
                  <a:pt x="7384" y="18221"/>
                  <a:pt x="7556" y="17969"/>
                </a:cubicBezTo>
                <a:cubicBezTo>
                  <a:pt x="7746" y="17609"/>
                  <a:pt x="7784" y="17173"/>
                  <a:pt x="7708" y="16775"/>
                </a:cubicBezTo>
                <a:cubicBezTo>
                  <a:pt x="7519" y="15770"/>
                  <a:pt x="7253" y="14784"/>
                  <a:pt x="6893" y="13837"/>
                </a:cubicBezTo>
                <a:cubicBezTo>
                  <a:pt x="6248" y="11941"/>
                  <a:pt x="5414" y="9969"/>
                  <a:pt x="5528" y="7922"/>
                </a:cubicBezTo>
                <a:cubicBezTo>
                  <a:pt x="5543" y="7707"/>
                  <a:pt x="5559" y="7504"/>
                  <a:pt x="5594" y="7294"/>
                </a:cubicBezTo>
                <a:lnTo>
                  <a:pt x="5594" y="7294"/>
                </a:lnTo>
                <a:cubicBezTo>
                  <a:pt x="6312" y="7702"/>
                  <a:pt x="6661" y="8502"/>
                  <a:pt x="6893" y="9268"/>
                </a:cubicBezTo>
                <a:cubicBezTo>
                  <a:pt x="7234" y="10349"/>
                  <a:pt x="7519" y="11467"/>
                  <a:pt x="7822" y="12567"/>
                </a:cubicBezTo>
                <a:lnTo>
                  <a:pt x="8789" y="16036"/>
                </a:lnTo>
                <a:cubicBezTo>
                  <a:pt x="8940" y="16604"/>
                  <a:pt x="9111" y="17173"/>
                  <a:pt x="9263" y="17742"/>
                </a:cubicBezTo>
                <a:cubicBezTo>
                  <a:pt x="9376" y="18216"/>
                  <a:pt x="9509" y="18652"/>
                  <a:pt x="9699" y="19107"/>
                </a:cubicBezTo>
                <a:cubicBezTo>
                  <a:pt x="9966" y="19713"/>
                  <a:pt x="10452" y="20404"/>
                  <a:pt x="11172" y="20404"/>
                </a:cubicBezTo>
                <a:cubicBezTo>
                  <a:pt x="11217" y="20404"/>
                  <a:pt x="11263" y="20401"/>
                  <a:pt x="11310" y="20396"/>
                </a:cubicBezTo>
                <a:cubicBezTo>
                  <a:pt x="11708" y="20339"/>
                  <a:pt x="12068" y="20092"/>
                  <a:pt x="12258" y="19732"/>
                </a:cubicBezTo>
                <a:cubicBezTo>
                  <a:pt x="12485" y="19334"/>
                  <a:pt x="12580" y="18860"/>
                  <a:pt x="12504" y="18405"/>
                </a:cubicBezTo>
                <a:cubicBezTo>
                  <a:pt x="12390" y="17855"/>
                  <a:pt x="12239" y="17306"/>
                  <a:pt x="12030" y="16794"/>
                </a:cubicBezTo>
                <a:cubicBezTo>
                  <a:pt x="11841" y="16263"/>
                  <a:pt x="11651" y="15713"/>
                  <a:pt x="11462" y="15183"/>
                </a:cubicBezTo>
                <a:cubicBezTo>
                  <a:pt x="11101" y="14083"/>
                  <a:pt x="10779" y="12965"/>
                  <a:pt x="10457" y="11865"/>
                </a:cubicBezTo>
                <a:cubicBezTo>
                  <a:pt x="10154" y="10766"/>
                  <a:pt x="9869" y="9628"/>
                  <a:pt x="9623" y="8491"/>
                </a:cubicBezTo>
                <a:cubicBezTo>
                  <a:pt x="9414" y="7486"/>
                  <a:pt x="9168" y="6424"/>
                  <a:pt x="9414" y="5420"/>
                </a:cubicBezTo>
                <a:cubicBezTo>
                  <a:pt x="9462" y="5197"/>
                  <a:pt x="9536" y="5002"/>
                  <a:pt x="9626" y="4810"/>
                </a:cubicBezTo>
                <a:lnTo>
                  <a:pt x="9626" y="4810"/>
                </a:lnTo>
                <a:cubicBezTo>
                  <a:pt x="11118" y="5773"/>
                  <a:pt x="11814" y="7472"/>
                  <a:pt x="12239" y="9135"/>
                </a:cubicBezTo>
                <a:cubicBezTo>
                  <a:pt x="12485" y="10026"/>
                  <a:pt x="12637" y="10936"/>
                  <a:pt x="12807" y="11846"/>
                </a:cubicBezTo>
                <a:cubicBezTo>
                  <a:pt x="13035" y="13040"/>
                  <a:pt x="13300" y="14216"/>
                  <a:pt x="13623" y="15391"/>
                </a:cubicBezTo>
                <a:cubicBezTo>
                  <a:pt x="13945" y="16547"/>
                  <a:pt x="14324" y="17723"/>
                  <a:pt x="14741" y="18879"/>
                </a:cubicBezTo>
                <a:cubicBezTo>
                  <a:pt x="14912" y="19315"/>
                  <a:pt x="15063" y="19827"/>
                  <a:pt x="15480" y="20092"/>
                </a:cubicBezTo>
                <a:cubicBezTo>
                  <a:pt x="15595" y="20165"/>
                  <a:pt x="15723" y="20199"/>
                  <a:pt x="15849" y="20199"/>
                </a:cubicBezTo>
                <a:cubicBezTo>
                  <a:pt x="16119" y="20199"/>
                  <a:pt x="16382" y="20042"/>
                  <a:pt x="16485" y="19770"/>
                </a:cubicBezTo>
                <a:cubicBezTo>
                  <a:pt x="16694" y="19334"/>
                  <a:pt x="16675" y="18765"/>
                  <a:pt x="16656" y="18292"/>
                </a:cubicBezTo>
                <a:cubicBezTo>
                  <a:pt x="16637" y="17723"/>
                  <a:pt x="16542" y="17154"/>
                  <a:pt x="16428" y="16585"/>
                </a:cubicBezTo>
                <a:cubicBezTo>
                  <a:pt x="16125" y="15467"/>
                  <a:pt x="15746" y="14348"/>
                  <a:pt x="15291" y="13268"/>
                </a:cubicBezTo>
                <a:cubicBezTo>
                  <a:pt x="14419" y="10993"/>
                  <a:pt x="13793" y="8623"/>
                  <a:pt x="13433" y="6216"/>
                </a:cubicBezTo>
                <a:cubicBezTo>
                  <a:pt x="13360" y="5689"/>
                  <a:pt x="13392" y="4465"/>
                  <a:pt x="14163" y="4465"/>
                </a:cubicBezTo>
                <a:cubicBezTo>
                  <a:pt x="14197" y="4465"/>
                  <a:pt x="14231" y="4467"/>
                  <a:pt x="14267" y="4472"/>
                </a:cubicBezTo>
                <a:cubicBezTo>
                  <a:pt x="14741" y="4548"/>
                  <a:pt x="15025" y="5060"/>
                  <a:pt x="15234" y="5439"/>
                </a:cubicBezTo>
                <a:cubicBezTo>
                  <a:pt x="15499" y="5913"/>
                  <a:pt x="15727" y="6406"/>
                  <a:pt x="15935" y="6898"/>
                </a:cubicBezTo>
                <a:cubicBezTo>
                  <a:pt x="16732" y="8946"/>
                  <a:pt x="17111" y="11107"/>
                  <a:pt x="17452" y="13268"/>
                </a:cubicBezTo>
                <a:cubicBezTo>
                  <a:pt x="17623" y="14348"/>
                  <a:pt x="17793" y="15429"/>
                  <a:pt x="18002" y="16510"/>
                </a:cubicBezTo>
                <a:cubicBezTo>
                  <a:pt x="18096" y="17040"/>
                  <a:pt x="18229" y="17590"/>
                  <a:pt x="18362" y="18121"/>
                </a:cubicBezTo>
                <a:cubicBezTo>
                  <a:pt x="18476" y="18557"/>
                  <a:pt x="18627" y="19031"/>
                  <a:pt x="18968" y="19334"/>
                </a:cubicBezTo>
                <a:cubicBezTo>
                  <a:pt x="19197" y="19533"/>
                  <a:pt x="19456" y="19618"/>
                  <a:pt x="19715" y="19618"/>
                </a:cubicBezTo>
                <a:cubicBezTo>
                  <a:pt x="20273" y="19618"/>
                  <a:pt x="20833" y="19220"/>
                  <a:pt x="21092" y="18690"/>
                </a:cubicBezTo>
                <a:cubicBezTo>
                  <a:pt x="21300" y="18178"/>
                  <a:pt x="21338" y="17628"/>
                  <a:pt x="21205" y="17078"/>
                </a:cubicBezTo>
                <a:cubicBezTo>
                  <a:pt x="21111" y="16472"/>
                  <a:pt x="20902" y="15884"/>
                  <a:pt x="20731" y="15277"/>
                </a:cubicBezTo>
                <a:lnTo>
                  <a:pt x="18684" y="7903"/>
                </a:lnTo>
                <a:cubicBezTo>
                  <a:pt x="18514" y="7315"/>
                  <a:pt x="18362" y="6728"/>
                  <a:pt x="18191" y="6102"/>
                </a:cubicBezTo>
                <a:cubicBezTo>
                  <a:pt x="18162" y="6043"/>
                  <a:pt x="18106" y="6015"/>
                  <a:pt x="18051" y="6015"/>
                </a:cubicBezTo>
                <a:cubicBezTo>
                  <a:pt x="17966" y="6015"/>
                  <a:pt x="17884" y="6082"/>
                  <a:pt x="17907" y="6197"/>
                </a:cubicBezTo>
                <a:cubicBezTo>
                  <a:pt x="18589" y="8623"/>
                  <a:pt x="19253" y="11050"/>
                  <a:pt x="19935" y="13476"/>
                </a:cubicBezTo>
                <a:lnTo>
                  <a:pt x="20428" y="15315"/>
                </a:lnTo>
                <a:cubicBezTo>
                  <a:pt x="20599" y="15903"/>
                  <a:pt x="20788" y="16491"/>
                  <a:pt x="20902" y="17078"/>
                </a:cubicBezTo>
                <a:cubicBezTo>
                  <a:pt x="21016" y="17609"/>
                  <a:pt x="21035" y="18216"/>
                  <a:pt x="20750" y="18690"/>
                </a:cubicBezTo>
                <a:cubicBezTo>
                  <a:pt x="20542" y="19050"/>
                  <a:pt x="20144" y="19296"/>
                  <a:pt x="19727" y="19334"/>
                </a:cubicBezTo>
                <a:cubicBezTo>
                  <a:pt x="19253" y="19334"/>
                  <a:pt x="18950" y="18917"/>
                  <a:pt x="18798" y="18519"/>
                </a:cubicBezTo>
                <a:cubicBezTo>
                  <a:pt x="18627" y="18026"/>
                  <a:pt x="18495" y="17533"/>
                  <a:pt x="18400" y="17040"/>
                </a:cubicBezTo>
                <a:cubicBezTo>
                  <a:pt x="18172" y="15979"/>
                  <a:pt x="17983" y="14898"/>
                  <a:pt x="17812" y="13837"/>
                </a:cubicBezTo>
                <a:cubicBezTo>
                  <a:pt x="17452" y="11713"/>
                  <a:pt x="17130" y="9571"/>
                  <a:pt x="16428" y="7524"/>
                </a:cubicBezTo>
                <a:cubicBezTo>
                  <a:pt x="16239" y="7031"/>
                  <a:pt x="16049" y="6538"/>
                  <a:pt x="15822" y="6064"/>
                </a:cubicBezTo>
                <a:cubicBezTo>
                  <a:pt x="15632" y="5590"/>
                  <a:pt x="15386" y="5154"/>
                  <a:pt x="15082" y="4756"/>
                </a:cubicBezTo>
                <a:cubicBezTo>
                  <a:pt x="14841" y="4446"/>
                  <a:pt x="14506" y="4199"/>
                  <a:pt x="14120" y="4199"/>
                </a:cubicBezTo>
                <a:cubicBezTo>
                  <a:pt x="14081" y="4199"/>
                  <a:pt x="14042" y="4201"/>
                  <a:pt x="14002" y="4207"/>
                </a:cubicBezTo>
                <a:cubicBezTo>
                  <a:pt x="13661" y="4282"/>
                  <a:pt x="13395" y="4529"/>
                  <a:pt x="13281" y="4851"/>
                </a:cubicBezTo>
                <a:cubicBezTo>
                  <a:pt x="13149" y="5230"/>
                  <a:pt x="13092" y="5609"/>
                  <a:pt x="13130" y="6007"/>
                </a:cubicBezTo>
                <a:cubicBezTo>
                  <a:pt x="13187" y="6538"/>
                  <a:pt x="13281" y="7088"/>
                  <a:pt x="13395" y="7619"/>
                </a:cubicBezTo>
                <a:cubicBezTo>
                  <a:pt x="13623" y="8794"/>
                  <a:pt x="13907" y="9969"/>
                  <a:pt x="14267" y="11126"/>
                </a:cubicBezTo>
                <a:cubicBezTo>
                  <a:pt x="14608" y="12244"/>
                  <a:pt x="15044" y="13344"/>
                  <a:pt x="15442" y="14443"/>
                </a:cubicBezTo>
                <a:cubicBezTo>
                  <a:pt x="15879" y="15524"/>
                  <a:pt x="16182" y="16642"/>
                  <a:pt x="16333" y="17799"/>
                </a:cubicBezTo>
                <a:cubicBezTo>
                  <a:pt x="16409" y="18329"/>
                  <a:pt x="16390" y="18879"/>
                  <a:pt x="16296" y="19410"/>
                </a:cubicBezTo>
                <a:cubicBezTo>
                  <a:pt x="16277" y="19618"/>
                  <a:pt x="16144" y="19789"/>
                  <a:pt x="15973" y="19884"/>
                </a:cubicBezTo>
                <a:cubicBezTo>
                  <a:pt x="15943" y="19889"/>
                  <a:pt x="15912" y="19892"/>
                  <a:pt x="15882" y="19892"/>
                </a:cubicBezTo>
                <a:cubicBezTo>
                  <a:pt x="15710" y="19892"/>
                  <a:pt x="15558" y="19802"/>
                  <a:pt x="15461" y="19656"/>
                </a:cubicBezTo>
                <a:cubicBezTo>
                  <a:pt x="15329" y="19467"/>
                  <a:pt x="15215" y="19258"/>
                  <a:pt x="15139" y="19031"/>
                </a:cubicBezTo>
                <a:cubicBezTo>
                  <a:pt x="15025" y="18746"/>
                  <a:pt x="14912" y="18481"/>
                  <a:pt x="14817" y="18197"/>
                </a:cubicBezTo>
                <a:cubicBezTo>
                  <a:pt x="14608" y="17628"/>
                  <a:pt x="14419" y="17059"/>
                  <a:pt x="14248" y="16491"/>
                </a:cubicBezTo>
                <a:cubicBezTo>
                  <a:pt x="13888" y="15353"/>
                  <a:pt x="13566" y="14178"/>
                  <a:pt x="13300" y="13003"/>
                </a:cubicBezTo>
                <a:cubicBezTo>
                  <a:pt x="13073" y="12017"/>
                  <a:pt x="12921" y="11031"/>
                  <a:pt x="12694" y="10045"/>
                </a:cubicBezTo>
                <a:cubicBezTo>
                  <a:pt x="12334" y="8377"/>
                  <a:pt x="11822" y="6576"/>
                  <a:pt x="10590" y="5306"/>
                </a:cubicBezTo>
                <a:cubicBezTo>
                  <a:pt x="10305" y="5022"/>
                  <a:pt x="9983" y="4756"/>
                  <a:pt x="9623" y="4548"/>
                </a:cubicBezTo>
                <a:cubicBezTo>
                  <a:pt x="9603" y="4534"/>
                  <a:pt x="9580" y="4528"/>
                  <a:pt x="9558" y="4528"/>
                </a:cubicBezTo>
                <a:cubicBezTo>
                  <a:pt x="9517" y="4528"/>
                  <a:pt x="9477" y="4549"/>
                  <a:pt x="9452" y="4586"/>
                </a:cubicBezTo>
                <a:cubicBezTo>
                  <a:pt x="8978" y="5458"/>
                  <a:pt x="9016" y="6481"/>
                  <a:pt x="9168" y="7448"/>
                </a:cubicBezTo>
                <a:cubicBezTo>
                  <a:pt x="9338" y="8510"/>
                  <a:pt x="9604" y="9571"/>
                  <a:pt x="9869" y="10633"/>
                </a:cubicBezTo>
                <a:cubicBezTo>
                  <a:pt x="10438" y="12832"/>
                  <a:pt x="11101" y="14993"/>
                  <a:pt x="11879" y="17135"/>
                </a:cubicBezTo>
                <a:cubicBezTo>
                  <a:pt x="12182" y="18007"/>
                  <a:pt x="12618" y="19182"/>
                  <a:pt x="11784" y="19922"/>
                </a:cubicBezTo>
                <a:cubicBezTo>
                  <a:pt x="11612" y="20082"/>
                  <a:pt x="11386" y="20166"/>
                  <a:pt x="11158" y="20166"/>
                </a:cubicBezTo>
                <a:cubicBezTo>
                  <a:pt x="11008" y="20166"/>
                  <a:pt x="10858" y="20130"/>
                  <a:pt x="10722" y="20055"/>
                </a:cubicBezTo>
                <a:cubicBezTo>
                  <a:pt x="10400" y="19827"/>
                  <a:pt x="10172" y="19524"/>
                  <a:pt x="10021" y="19182"/>
                </a:cubicBezTo>
                <a:cubicBezTo>
                  <a:pt x="9831" y="18784"/>
                  <a:pt x="9699" y="18367"/>
                  <a:pt x="9585" y="17950"/>
                </a:cubicBezTo>
                <a:lnTo>
                  <a:pt x="9111" y="16244"/>
                </a:lnTo>
                <a:lnTo>
                  <a:pt x="8125" y="12832"/>
                </a:lnTo>
                <a:cubicBezTo>
                  <a:pt x="7822" y="11732"/>
                  <a:pt x="7519" y="10614"/>
                  <a:pt x="7177" y="9514"/>
                </a:cubicBezTo>
                <a:cubicBezTo>
                  <a:pt x="6950" y="8737"/>
                  <a:pt x="6665" y="7903"/>
                  <a:pt x="6059" y="7353"/>
                </a:cubicBezTo>
                <a:cubicBezTo>
                  <a:pt x="5907" y="7221"/>
                  <a:pt x="5737" y="7107"/>
                  <a:pt x="5547" y="7012"/>
                </a:cubicBezTo>
                <a:cubicBezTo>
                  <a:pt x="5534" y="7008"/>
                  <a:pt x="5519" y="7005"/>
                  <a:pt x="5505" y="7005"/>
                </a:cubicBezTo>
                <a:cubicBezTo>
                  <a:pt x="5457" y="7005"/>
                  <a:pt x="5410" y="7030"/>
                  <a:pt x="5395" y="7088"/>
                </a:cubicBezTo>
                <a:cubicBezTo>
                  <a:pt x="5054" y="9041"/>
                  <a:pt x="5661" y="10936"/>
                  <a:pt x="6305" y="12775"/>
                </a:cubicBezTo>
                <a:cubicBezTo>
                  <a:pt x="6628" y="13723"/>
                  <a:pt x="6988" y="14671"/>
                  <a:pt x="7253" y="15638"/>
                </a:cubicBezTo>
                <a:cubicBezTo>
                  <a:pt x="7386" y="16093"/>
                  <a:pt x="7481" y="16566"/>
                  <a:pt x="7537" y="17059"/>
                </a:cubicBezTo>
                <a:cubicBezTo>
                  <a:pt x="7556" y="17457"/>
                  <a:pt x="7481" y="17969"/>
                  <a:pt x="7064" y="18121"/>
                </a:cubicBezTo>
                <a:cubicBezTo>
                  <a:pt x="6994" y="18147"/>
                  <a:pt x="6924" y="18158"/>
                  <a:pt x="6855" y="18158"/>
                </a:cubicBezTo>
                <a:cubicBezTo>
                  <a:pt x="6568" y="18158"/>
                  <a:pt x="6295" y="17959"/>
                  <a:pt x="6097" y="17761"/>
                </a:cubicBezTo>
                <a:cubicBezTo>
                  <a:pt x="5774" y="17438"/>
                  <a:pt x="5547" y="17059"/>
                  <a:pt x="5376" y="16642"/>
                </a:cubicBezTo>
                <a:cubicBezTo>
                  <a:pt x="4959" y="15619"/>
                  <a:pt x="4561" y="14595"/>
                  <a:pt x="4182" y="13571"/>
                </a:cubicBezTo>
                <a:cubicBezTo>
                  <a:pt x="3405" y="11505"/>
                  <a:pt x="2703" y="9401"/>
                  <a:pt x="2059" y="7278"/>
                </a:cubicBezTo>
                <a:cubicBezTo>
                  <a:pt x="1414" y="5154"/>
                  <a:pt x="846" y="3012"/>
                  <a:pt x="334" y="851"/>
                </a:cubicBezTo>
                <a:cubicBezTo>
                  <a:pt x="277" y="586"/>
                  <a:pt x="220" y="320"/>
                  <a:pt x="163" y="55"/>
                </a:cubicBezTo>
                <a:cubicBezTo>
                  <a:pt x="156" y="17"/>
                  <a:pt x="126" y="0"/>
                  <a:pt x="95" y="0"/>
                </a:cubicBezTo>
                <a:close/>
              </a:path>
            </a:pathLst>
          </a:custGeom>
          <a:solidFill>
            <a:srgbClr val="1C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47" name="Google Shape;847;p15"/>
          <p:cNvSpPr txBox="1">
            <a:spLocks noGrp="1"/>
          </p:cNvSpPr>
          <p:nvPr>
            <p:ph type="ctrTitle"/>
          </p:nvPr>
        </p:nvSpPr>
        <p:spPr>
          <a:xfrm>
            <a:off x="736646" y="373025"/>
            <a:ext cx="7672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3_1_1"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9" name="Google Shape;849;p16"/>
          <p:cNvPicPr preferRelativeResize="0"/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 rot="-2343514" flipH="1">
            <a:off x="-1166545" y="-1270720"/>
            <a:ext cx="3297389" cy="22766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0" name="Google Shape;850;p16"/>
          <p:cNvGrpSpPr/>
          <p:nvPr/>
        </p:nvGrpSpPr>
        <p:grpSpPr>
          <a:xfrm rot="-8099954">
            <a:off x="15431" y="-572435"/>
            <a:ext cx="1344367" cy="1995327"/>
            <a:chOff x="272875" y="1527563"/>
            <a:chExt cx="255950" cy="455000"/>
          </a:xfrm>
        </p:grpSpPr>
        <p:sp>
          <p:nvSpPr>
            <p:cNvPr id="851" name="Google Shape;851;p16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2" name="Google Shape;852;p16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3" name="Google Shape;853;p16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4" name="Google Shape;854;p16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5" name="Google Shape;855;p16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6" name="Google Shape;856;p16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7" name="Google Shape;857;p16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8" name="Google Shape;858;p16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9" name="Google Shape;859;p16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0" name="Google Shape;860;p16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1" name="Google Shape;861;p16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2" name="Google Shape;862;p16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3" name="Google Shape;863;p16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4" name="Google Shape;864;p16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5" name="Google Shape;865;p16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6" name="Google Shape;866;p16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7" name="Google Shape;867;p16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8" name="Google Shape;868;p16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9" name="Google Shape;869;p16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0" name="Google Shape;870;p16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1" name="Google Shape;871;p16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2" name="Google Shape;872;p16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3" name="Google Shape;873;p16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4" name="Google Shape;874;p16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5" name="Google Shape;875;p16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6" name="Google Shape;876;p16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7" name="Google Shape;877;p16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8" name="Google Shape;878;p16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9" name="Google Shape;879;p16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0" name="Google Shape;880;p16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1" name="Google Shape;881;p16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2" name="Google Shape;882;p16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3" name="Google Shape;883;p16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4" name="Google Shape;884;p16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5" name="Google Shape;885;p16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886" name="Google Shape;886;p16"/>
          <p:cNvPicPr preferRelativeResize="0"/>
          <p:nvPr/>
        </p:nvPicPr>
        <p:blipFill>
          <a:blip r:embed="rId3">
            <a:alphaModFix amt="74000"/>
          </a:blip>
          <a:stretch>
            <a:fillRect/>
          </a:stretch>
        </p:blipFill>
        <p:spPr>
          <a:xfrm rot="-5809801" flipH="1">
            <a:off x="7609918" y="-1097658"/>
            <a:ext cx="2894870" cy="2593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7" name="Google Shape;887;p16"/>
          <p:cNvPicPr preferRelativeResize="0"/>
          <p:nvPr/>
        </p:nvPicPr>
        <p:blipFill>
          <a:blip r:embed="rId4">
            <a:alphaModFix amt="76000"/>
          </a:blip>
          <a:stretch>
            <a:fillRect/>
          </a:stretch>
        </p:blipFill>
        <p:spPr>
          <a:xfrm rot="10754694">
            <a:off x="2497948" y="4487275"/>
            <a:ext cx="7605809" cy="28323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8" name="Google Shape;888;p16"/>
          <p:cNvGrpSpPr/>
          <p:nvPr/>
        </p:nvGrpSpPr>
        <p:grpSpPr>
          <a:xfrm flipH="1">
            <a:off x="-624375" y="3487614"/>
            <a:ext cx="1344377" cy="2469659"/>
            <a:chOff x="272875" y="1419395"/>
            <a:chExt cx="255950" cy="563168"/>
          </a:xfrm>
        </p:grpSpPr>
        <p:sp>
          <p:nvSpPr>
            <p:cNvPr id="889" name="Google Shape;889;p16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0" name="Google Shape;890;p16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1" name="Google Shape;891;p16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2" name="Google Shape;892;p16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3" name="Google Shape;893;p16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4" name="Google Shape;894;p16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5" name="Google Shape;895;p16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6" name="Google Shape;896;p16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7" name="Google Shape;897;p16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8" name="Google Shape;898;p16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9" name="Google Shape;899;p16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0" name="Google Shape;900;p16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1" name="Google Shape;901;p16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2" name="Google Shape;902;p16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3" name="Google Shape;903;p16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4" name="Google Shape;904;p16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5" name="Google Shape;905;p16"/>
            <p:cNvSpPr/>
            <p:nvPr/>
          </p:nvSpPr>
          <p:spPr>
            <a:xfrm>
              <a:off x="369050" y="1615955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6" name="Google Shape;906;p16"/>
            <p:cNvSpPr/>
            <p:nvPr/>
          </p:nvSpPr>
          <p:spPr>
            <a:xfrm>
              <a:off x="490635" y="1582215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7" name="Google Shape;907;p16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8" name="Google Shape;908;p16"/>
            <p:cNvSpPr/>
            <p:nvPr/>
          </p:nvSpPr>
          <p:spPr>
            <a:xfrm>
              <a:off x="438343" y="1487068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9" name="Google Shape;909;p16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0" name="Google Shape;910;p16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1" name="Google Shape;911;p16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2" name="Google Shape;912;p16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3" name="Google Shape;913;p16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4" name="Google Shape;914;p16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5" name="Google Shape;915;p16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6" name="Google Shape;916;p16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7" name="Google Shape;917;p16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8" name="Google Shape;918;p16"/>
            <p:cNvSpPr/>
            <p:nvPr/>
          </p:nvSpPr>
          <p:spPr>
            <a:xfrm>
              <a:off x="360075" y="195388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9" name="Google Shape;919;p16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0" name="Google Shape;920;p16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1" name="Google Shape;921;p16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2" name="Google Shape;922;p16"/>
            <p:cNvSpPr/>
            <p:nvPr/>
          </p:nvSpPr>
          <p:spPr>
            <a:xfrm>
              <a:off x="394558" y="1560904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3" name="Google Shape;923;p16"/>
            <p:cNvSpPr/>
            <p:nvPr/>
          </p:nvSpPr>
          <p:spPr>
            <a:xfrm>
              <a:off x="418850" y="1419395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924" name="Google Shape;924;p16"/>
          <p:cNvSpPr txBox="1">
            <a:spLocks noGrp="1"/>
          </p:cNvSpPr>
          <p:nvPr>
            <p:ph type="ctrTitle"/>
          </p:nvPr>
        </p:nvSpPr>
        <p:spPr>
          <a:xfrm>
            <a:off x="736646" y="373025"/>
            <a:ext cx="7672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25" name="Google Shape;925;p16"/>
          <p:cNvSpPr/>
          <p:nvPr/>
        </p:nvSpPr>
        <p:spPr>
          <a:xfrm rot="231922" flipH="1">
            <a:off x="7469257" y="-6453732"/>
            <a:ext cx="4623938" cy="7256951"/>
          </a:xfrm>
          <a:custGeom>
            <a:avLst/>
            <a:gdLst/>
            <a:ahLst/>
            <a:cxnLst/>
            <a:rect l="l" t="t" r="r" b="b"/>
            <a:pathLst>
              <a:path w="55812" h="94461" extrusionOk="0">
                <a:moveTo>
                  <a:pt x="36054" y="83719"/>
                </a:moveTo>
                <a:cubicBezTo>
                  <a:pt x="36059" y="85810"/>
                  <a:pt x="36230" y="87883"/>
                  <a:pt x="36585" y="89937"/>
                </a:cubicBezTo>
                <a:cubicBezTo>
                  <a:pt x="36680" y="90449"/>
                  <a:pt x="36775" y="90942"/>
                  <a:pt x="36888" y="91454"/>
                </a:cubicBezTo>
                <a:cubicBezTo>
                  <a:pt x="36926" y="91719"/>
                  <a:pt x="37002" y="91984"/>
                  <a:pt x="37059" y="92250"/>
                </a:cubicBezTo>
                <a:cubicBezTo>
                  <a:pt x="37097" y="92439"/>
                  <a:pt x="37305" y="92856"/>
                  <a:pt x="37211" y="93046"/>
                </a:cubicBezTo>
                <a:cubicBezTo>
                  <a:pt x="37154" y="93160"/>
                  <a:pt x="36831" y="93255"/>
                  <a:pt x="36718" y="93311"/>
                </a:cubicBezTo>
                <a:cubicBezTo>
                  <a:pt x="36509" y="93425"/>
                  <a:pt x="36282" y="93539"/>
                  <a:pt x="36035" y="93634"/>
                </a:cubicBezTo>
                <a:cubicBezTo>
                  <a:pt x="35599" y="93804"/>
                  <a:pt x="35144" y="93937"/>
                  <a:pt x="34689" y="93994"/>
                </a:cubicBezTo>
                <a:cubicBezTo>
                  <a:pt x="34597" y="94004"/>
                  <a:pt x="34505" y="94009"/>
                  <a:pt x="34414" y="94009"/>
                </a:cubicBezTo>
                <a:cubicBezTo>
                  <a:pt x="33623" y="94009"/>
                  <a:pt x="32889" y="93638"/>
                  <a:pt x="32566" y="92856"/>
                </a:cubicBezTo>
                <a:cubicBezTo>
                  <a:pt x="32244" y="92041"/>
                  <a:pt x="32471" y="91093"/>
                  <a:pt x="32756" y="90297"/>
                </a:cubicBezTo>
                <a:cubicBezTo>
                  <a:pt x="33362" y="88572"/>
                  <a:pt x="34234" y="86923"/>
                  <a:pt x="35125" y="85331"/>
                </a:cubicBezTo>
                <a:cubicBezTo>
                  <a:pt x="35426" y="84788"/>
                  <a:pt x="35736" y="84251"/>
                  <a:pt x="36054" y="83719"/>
                </a:cubicBezTo>
                <a:close/>
                <a:moveTo>
                  <a:pt x="43850" y="72899"/>
                </a:moveTo>
                <a:cubicBezTo>
                  <a:pt x="43926" y="74041"/>
                  <a:pt x="43988" y="75183"/>
                  <a:pt x="44035" y="76326"/>
                </a:cubicBezTo>
                <a:cubicBezTo>
                  <a:pt x="44111" y="78487"/>
                  <a:pt x="44149" y="80629"/>
                  <a:pt x="44130" y="82790"/>
                </a:cubicBezTo>
                <a:cubicBezTo>
                  <a:pt x="44111" y="83871"/>
                  <a:pt x="44092" y="84970"/>
                  <a:pt x="44054" y="86051"/>
                </a:cubicBezTo>
                <a:cubicBezTo>
                  <a:pt x="44016" y="87037"/>
                  <a:pt x="44092" y="88117"/>
                  <a:pt x="43864" y="89065"/>
                </a:cubicBezTo>
                <a:cubicBezTo>
                  <a:pt x="43789" y="89463"/>
                  <a:pt x="43599" y="89823"/>
                  <a:pt x="43334" y="90127"/>
                </a:cubicBezTo>
                <a:cubicBezTo>
                  <a:pt x="43194" y="90249"/>
                  <a:pt x="43052" y="90301"/>
                  <a:pt x="42914" y="90301"/>
                </a:cubicBezTo>
                <a:cubicBezTo>
                  <a:pt x="42585" y="90301"/>
                  <a:pt x="42287" y="90001"/>
                  <a:pt x="42139" y="89653"/>
                </a:cubicBezTo>
                <a:cubicBezTo>
                  <a:pt x="41874" y="88970"/>
                  <a:pt x="41760" y="88193"/>
                  <a:pt x="41609" y="87473"/>
                </a:cubicBezTo>
                <a:cubicBezTo>
                  <a:pt x="41324" y="86165"/>
                  <a:pt x="41021" y="84724"/>
                  <a:pt x="40149" y="83643"/>
                </a:cubicBezTo>
                <a:cubicBezTo>
                  <a:pt x="39770" y="83169"/>
                  <a:pt x="39277" y="82809"/>
                  <a:pt x="38708" y="82582"/>
                </a:cubicBezTo>
                <a:cubicBezTo>
                  <a:pt x="38695" y="82577"/>
                  <a:pt x="38683" y="82574"/>
                  <a:pt x="38671" y="82574"/>
                </a:cubicBezTo>
                <a:cubicBezTo>
                  <a:pt x="38594" y="82574"/>
                  <a:pt x="38540" y="82668"/>
                  <a:pt x="38557" y="82733"/>
                </a:cubicBezTo>
                <a:cubicBezTo>
                  <a:pt x="38917" y="84667"/>
                  <a:pt x="39277" y="86601"/>
                  <a:pt x="39618" y="88534"/>
                </a:cubicBezTo>
                <a:lnTo>
                  <a:pt x="40149" y="91397"/>
                </a:lnTo>
                <a:cubicBezTo>
                  <a:pt x="40263" y="92136"/>
                  <a:pt x="40452" y="92875"/>
                  <a:pt x="40187" y="93596"/>
                </a:cubicBezTo>
                <a:cubicBezTo>
                  <a:pt x="40092" y="93861"/>
                  <a:pt x="39921" y="94183"/>
                  <a:pt x="39618" y="94240"/>
                </a:cubicBezTo>
                <a:cubicBezTo>
                  <a:pt x="39604" y="94243"/>
                  <a:pt x="39590" y="94244"/>
                  <a:pt x="39576" y="94244"/>
                </a:cubicBezTo>
                <a:cubicBezTo>
                  <a:pt x="39294" y="94244"/>
                  <a:pt x="39081" y="93717"/>
                  <a:pt x="38955" y="93482"/>
                </a:cubicBezTo>
                <a:cubicBezTo>
                  <a:pt x="38670" y="92856"/>
                  <a:pt x="38462" y="92193"/>
                  <a:pt x="38348" y="91511"/>
                </a:cubicBezTo>
                <a:cubicBezTo>
                  <a:pt x="38083" y="90146"/>
                  <a:pt x="38045" y="88762"/>
                  <a:pt x="37855" y="87397"/>
                </a:cubicBezTo>
                <a:cubicBezTo>
                  <a:pt x="37647" y="85994"/>
                  <a:pt x="37230" y="84610"/>
                  <a:pt x="36244" y="83549"/>
                </a:cubicBezTo>
                <a:cubicBezTo>
                  <a:pt x="36227" y="83526"/>
                  <a:pt x="36203" y="83515"/>
                  <a:pt x="36178" y="83514"/>
                </a:cubicBezTo>
                <a:lnTo>
                  <a:pt x="36178" y="83514"/>
                </a:lnTo>
                <a:cubicBezTo>
                  <a:pt x="38436" y="79777"/>
                  <a:pt x="41102" y="76305"/>
                  <a:pt x="43850" y="72899"/>
                </a:cubicBezTo>
                <a:close/>
                <a:moveTo>
                  <a:pt x="124" y="0"/>
                </a:moveTo>
                <a:cubicBezTo>
                  <a:pt x="60" y="0"/>
                  <a:pt x="1" y="49"/>
                  <a:pt x="36" y="119"/>
                </a:cubicBezTo>
                <a:lnTo>
                  <a:pt x="17" y="119"/>
                </a:lnTo>
                <a:cubicBezTo>
                  <a:pt x="2955" y="8498"/>
                  <a:pt x="5989" y="16839"/>
                  <a:pt x="9135" y="25123"/>
                </a:cubicBezTo>
                <a:cubicBezTo>
                  <a:pt x="9894" y="27152"/>
                  <a:pt x="10671" y="29180"/>
                  <a:pt x="11467" y="31208"/>
                </a:cubicBezTo>
                <a:cubicBezTo>
                  <a:pt x="12168" y="33028"/>
                  <a:pt x="12794" y="34905"/>
                  <a:pt x="13647" y="36649"/>
                </a:cubicBezTo>
                <a:cubicBezTo>
                  <a:pt x="14292" y="37976"/>
                  <a:pt x="15221" y="39246"/>
                  <a:pt x="16623" y="39796"/>
                </a:cubicBezTo>
                <a:cubicBezTo>
                  <a:pt x="17283" y="40054"/>
                  <a:pt x="17979" y="40142"/>
                  <a:pt x="18690" y="40142"/>
                </a:cubicBezTo>
                <a:cubicBezTo>
                  <a:pt x="19959" y="40142"/>
                  <a:pt x="21272" y="39862"/>
                  <a:pt x="22500" y="39777"/>
                </a:cubicBezTo>
                <a:cubicBezTo>
                  <a:pt x="23246" y="39726"/>
                  <a:pt x="23995" y="39701"/>
                  <a:pt x="24747" y="39701"/>
                </a:cubicBezTo>
                <a:cubicBezTo>
                  <a:pt x="26249" y="39701"/>
                  <a:pt x="27757" y="39802"/>
                  <a:pt x="29249" y="40004"/>
                </a:cubicBezTo>
                <a:cubicBezTo>
                  <a:pt x="31106" y="40270"/>
                  <a:pt x="33021" y="40668"/>
                  <a:pt x="34727" y="41502"/>
                </a:cubicBezTo>
                <a:cubicBezTo>
                  <a:pt x="36433" y="42317"/>
                  <a:pt x="37836" y="43682"/>
                  <a:pt x="38708" y="45350"/>
                </a:cubicBezTo>
                <a:cubicBezTo>
                  <a:pt x="39580" y="46981"/>
                  <a:pt x="40054" y="48782"/>
                  <a:pt x="40471" y="50545"/>
                </a:cubicBezTo>
                <a:cubicBezTo>
                  <a:pt x="42179" y="57664"/>
                  <a:pt x="43282" y="64918"/>
                  <a:pt x="43803" y="72216"/>
                </a:cubicBezTo>
                <a:lnTo>
                  <a:pt x="43803" y="72216"/>
                </a:lnTo>
                <a:cubicBezTo>
                  <a:pt x="43494" y="72599"/>
                  <a:pt x="43186" y="72983"/>
                  <a:pt x="42879" y="73369"/>
                </a:cubicBezTo>
                <a:cubicBezTo>
                  <a:pt x="40831" y="75966"/>
                  <a:pt x="38822" y="78601"/>
                  <a:pt x="37021" y="81387"/>
                </a:cubicBezTo>
                <a:cubicBezTo>
                  <a:pt x="35277" y="84098"/>
                  <a:pt x="33571" y="87018"/>
                  <a:pt x="32471" y="90070"/>
                </a:cubicBezTo>
                <a:cubicBezTo>
                  <a:pt x="31997" y="91359"/>
                  <a:pt x="31770" y="93198"/>
                  <a:pt x="33154" y="94013"/>
                </a:cubicBezTo>
                <a:cubicBezTo>
                  <a:pt x="33534" y="94235"/>
                  <a:pt x="33946" y="94326"/>
                  <a:pt x="34367" y="94326"/>
                </a:cubicBezTo>
                <a:cubicBezTo>
                  <a:pt x="35456" y="94326"/>
                  <a:pt x="36609" y="93717"/>
                  <a:pt x="37457" y="93198"/>
                </a:cubicBezTo>
                <a:cubicBezTo>
                  <a:pt x="37514" y="93160"/>
                  <a:pt x="37533" y="93103"/>
                  <a:pt x="37514" y="93046"/>
                </a:cubicBezTo>
                <a:cubicBezTo>
                  <a:pt x="36725" y="90076"/>
                  <a:pt x="36309" y="87016"/>
                  <a:pt x="36300" y="83937"/>
                </a:cubicBezTo>
                <a:lnTo>
                  <a:pt x="36300" y="83937"/>
                </a:lnTo>
                <a:cubicBezTo>
                  <a:pt x="38208" y="86250"/>
                  <a:pt x="37579" y="89653"/>
                  <a:pt x="38348" y="92383"/>
                </a:cubicBezTo>
                <a:cubicBezTo>
                  <a:pt x="38500" y="93065"/>
                  <a:pt x="38803" y="93710"/>
                  <a:pt x="39201" y="94297"/>
                </a:cubicBezTo>
                <a:cubicBezTo>
                  <a:pt x="39289" y="94413"/>
                  <a:pt x="39407" y="94460"/>
                  <a:pt x="39532" y="94460"/>
                </a:cubicBezTo>
                <a:cubicBezTo>
                  <a:pt x="39756" y="94460"/>
                  <a:pt x="40003" y="94309"/>
                  <a:pt x="40149" y="94127"/>
                </a:cubicBezTo>
                <a:cubicBezTo>
                  <a:pt x="40490" y="93728"/>
                  <a:pt x="40566" y="93103"/>
                  <a:pt x="40547" y="92591"/>
                </a:cubicBezTo>
                <a:cubicBezTo>
                  <a:pt x="40509" y="91681"/>
                  <a:pt x="40244" y="90752"/>
                  <a:pt x="40092" y="89861"/>
                </a:cubicBezTo>
                <a:cubicBezTo>
                  <a:pt x="39670" y="87551"/>
                  <a:pt x="39266" y="85241"/>
                  <a:pt x="38846" y="82914"/>
                </a:cubicBezTo>
                <a:lnTo>
                  <a:pt x="38846" y="82914"/>
                </a:lnTo>
                <a:cubicBezTo>
                  <a:pt x="40217" y="83575"/>
                  <a:pt x="40753" y="85091"/>
                  <a:pt x="41116" y="86487"/>
                </a:cubicBezTo>
                <a:cubicBezTo>
                  <a:pt x="41305" y="87245"/>
                  <a:pt x="41438" y="88022"/>
                  <a:pt x="41628" y="88781"/>
                </a:cubicBezTo>
                <a:cubicBezTo>
                  <a:pt x="41760" y="89349"/>
                  <a:pt x="41874" y="90146"/>
                  <a:pt x="42443" y="90468"/>
                </a:cubicBezTo>
                <a:cubicBezTo>
                  <a:pt x="42589" y="90550"/>
                  <a:pt x="42735" y="90587"/>
                  <a:pt x="42876" y="90587"/>
                </a:cubicBezTo>
                <a:cubicBezTo>
                  <a:pt x="43193" y="90587"/>
                  <a:pt x="43484" y="90402"/>
                  <a:pt x="43694" y="90127"/>
                </a:cubicBezTo>
                <a:cubicBezTo>
                  <a:pt x="44168" y="89539"/>
                  <a:pt x="44225" y="88781"/>
                  <a:pt x="44263" y="88060"/>
                </a:cubicBezTo>
                <a:cubicBezTo>
                  <a:pt x="44376" y="85842"/>
                  <a:pt x="44433" y="83624"/>
                  <a:pt x="44433" y="81425"/>
                </a:cubicBezTo>
                <a:cubicBezTo>
                  <a:pt x="44433" y="78462"/>
                  <a:pt x="44333" y="75502"/>
                  <a:pt x="44134" y="72549"/>
                </a:cubicBezTo>
                <a:lnTo>
                  <a:pt x="44134" y="72549"/>
                </a:lnTo>
                <a:cubicBezTo>
                  <a:pt x="45525" y="70831"/>
                  <a:pt x="46934" y="69129"/>
                  <a:pt x="48319" y="67416"/>
                </a:cubicBezTo>
                <a:cubicBezTo>
                  <a:pt x="50916" y="64213"/>
                  <a:pt x="53457" y="60952"/>
                  <a:pt x="55694" y="57464"/>
                </a:cubicBezTo>
                <a:cubicBezTo>
                  <a:pt x="55812" y="57293"/>
                  <a:pt x="55657" y="57122"/>
                  <a:pt x="55493" y="57122"/>
                </a:cubicBezTo>
                <a:cubicBezTo>
                  <a:pt x="55421" y="57122"/>
                  <a:pt x="55348" y="57155"/>
                  <a:pt x="55295" y="57236"/>
                </a:cubicBezTo>
                <a:cubicBezTo>
                  <a:pt x="51966" y="62402"/>
                  <a:pt x="47953" y="67087"/>
                  <a:pt x="44086" y="71866"/>
                </a:cubicBezTo>
                <a:lnTo>
                  <a:pt x="44086" y="71866"/>
                </a:lnTo>
                <a:cubicBezTo>
                  <a:pt x="43682" y="66321"/>
                  <a:pt x="42926" y="60806"/>
                  <a:pt x="41817" y="55360"/>
                </a:cubicBezTo>
                <a:cubicBezTo>
                  <a:pt x="41400" y="53255"/>
                  <a:pt x="40945" y="51132"/>
                  <a:pt x="40376" y="49066"/>
                </a:cubicBezTo>
                <a:cubicBezTo>
                  <a:pt x="39921" y="47379"/>
                  <a:pt x="39315" y="45673"/>
                  <a:pt x="38310" y="44213"/>
                </a:cubicBezTo>
                <a:cubicBezTo>
                  <a:pt x="36130" y="41104"/>
                  <a:pt x="32301" y="40175"/>
                  <a:pt x="28737" y="39739"/>
                </a:cubicBezTo>
                <a:cubicBezTo>
                  <a:pt x="27406" y="39567"/>
                  <a:pt x="26076" y="39485"/>
                  <a:pt x="24745" y="39485"/>
                </a:cubicBezTo>
                <a:cubicBezTo>
                  <a:pt x="23877" y="39485"/>
                  <a:pt x="23008" y="39520"/>
                  <a:pt x="22140" y="39587"/>
                </a:cubicBezTo>
                <a:cubicBezTo>
                  <a:pt x="21041" y="39680"/>
                  <a:pt x="19854" y="39911"/>
                  <a:pt x="18707" y="39911"/>
                </a:cubicBezTo>
                <a:cubicBezTo>
                  <a:pt x="17736" y="39911"/>
                  <a:pt x="16794" y="39745"/>
                  <a:pt x="15960" y="39189"/>
                </a:cubicBezTo>
                <a:cubicBezTo>
                  <a:pt x="14519" y="38204"/>
                  <a:pt x="13780" y="36479"/>
                  <a:pt x="13173" y="34924"/>
                </a:cubicBezTo>
                <a:cubicBezTo>
                  <a:pt x="12339" y="32820"/>
                  <a:pt x="11543" y="30735"/>
                  <a:pt x="10728" y="28630"/>
                </a:cubicBezTo>
                <a:cubicBezTo>
                  <a:pt x="7505" y="20194"/>
                  <a:pt x="4377" y="11721"/>
                  <a:pt x="1344" y="3228"/>
                </a:cubicBezTo>
                <a:cubicBezTo>
                  <a:pt x="965" y="2166"/>
                  <a:pt x="586" y="1124"/>
                  <a:pt x="226" y="62"/>
                </a:cubicBezTo>
                <a:cubicBezTo>
                  <a:pt x="204" y="19"/>
                  <a:pt x="163" y="0"/>
                  <a:pt x="124" y="0"/>
                </a:cubicBezTo>
                <a:close/>
              </a:path>
            </a:pathLst>
          </a:custGeom>
          <a:solidFill>
            <a:srgbClr val="1C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3_1_1_1">
    <p:spTree>
      <p:nvGrpSpPr>
        <p:cNvPr id="1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7" name="Google Shape;927;p17"/>
          <p:cNvPicPr preferRelativeResize="0"/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 rot="-2343514" flipH="1">
            <a:off x="-1166545" y="-1270720"/>
            <a:ext cx="3297389" cy="22766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8" name="Google Shape;928;p17"/>
          <p:cNvGrpSpPr/>
          <p:nvPr/>
        </p:nvGrpSpPr>
        <p:grpSpPr>
          <a:xfrm rot="-8099954">
            <a:off x="15431" y="-572435"/>
            <a:ext cx="1344367" cy="1995327"/>
            <a:chOff x="272875" y="1527563"/>
            <a:chExt cx="255950" cy="455000"/>
          </a:xfrm>
        </p:grpSpPr>
        <p:sp>
          <p:nvSpPr>
            <p:cNvPr id="929" name="Google Shape;929;p17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0" name="Google Shape;930;p17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1" name="Google Shape;931;p17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2" name="Google Shape;932;p17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3" name="Google Shape;933;p17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4" name="Google Shape;934;p17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5" name="Google Shape;935;p17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6" name="Google Shape;936;p17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7" name="Google Shape;937;p17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8" name="Google Shape;938;p17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9" name="Google Shape;939;p17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0" name="Google Shape;940;p17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1" name="Google Shape;941;p17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2" name="Google Shape;942;p17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3" name="Google Shape;943;p17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4" name="Google Shape;944;p17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5" name="Google Shape;945;p17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6" name="Google Shape;946;p17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7" name="Google Shape;947;p17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8" name="Google Shape;948;p17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9" name="Google Shape;949;p17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0" name="Google Shape;950;p17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1" name="Google Shape;951;p17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2" name="Google Shape;952;p17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3" name="Google Shape;953;p17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4" name="Google Shape;954;p17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5" name="Google Shape;955;p17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6" name="Google Shape;956;p17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7" name="Google Shape;957;p17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8" name="Google Shape;958;p17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9" name="Google Shape;959;p17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0" name="Google Shape;960;p17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1" name="Google Shape;961;p17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2" name="Google Shape;962;p17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3" name="Google Shape;963;p17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964" name="Google Shape;964;p17"/>
          <p:cNvPicPr preferRelativeResize="0"/>
          <p:nvPr/>
        </p:nvPicPr>
        <p:blipFill>
          <a:blip r:embed="rId3">
            <a:alphaModFix amt="74000"/>
          </a:blip>
          <a:stretch>
            <a:fillRect/>
          </a:stretch>
        </p:blipFill>
        <p:spPr>
          <a:xfrm rot="-5809801" flipH="1">
            <a:off x="7609918" y="-1097658"/>
            <a:ext cx="2894870" cy="2593321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17"/>
          <p:cNvSpPr txBox="1">
            <a:spLocks noGrp="1"/>
          </p:cNvSpPr>
          <p:nvPr>
            <p:ph type="ctrTitle"/>
          </p:nvPr>
        </p:nvSpPr>
        <p:spPr>
          <a:xfrm>
            <a:off x="736646" y="373025"/>
            <a:ext cx="7672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7" name="Google Shape;967;p18"/>
          <p:cNvGrpSpPr/>
          <p:nvPr/>
        </p:nvGrpSpPr>
        <p:grpSpPr>
          <a:xfrm>
            <a:off x="-1680776" y="-4224695"/>
            <a:ext cx="16179801" cy="13950337"/>
            <a:chOff x="-1680776" y="-4224695"/>
            <a:chExt cx="16179801" cy="13950337"/>
          </a:xfrm>
        </p:grpSpPr>
        <p:pic>
          <p:nvPicPr>
            <p:cNvPr id="968" name="Google Shape;968;p18"/>
            <p:cNvPicPr preferRelativeResize="0"/>
            <p:nvPr/>
          </p:nvPicPr>
          <p:blipFill>
            <a:blip r:embed="rId2"/>
            <a:stretch>
              <a:fillRect/>
            </a:stretch>
          </p:blipFill>
          <p:spPr>
            <a:xfrm rot="-3224823">
              <a:off x="-140037" y="3490385"/>
              <a:ext cx="5882028" cy="4855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9" name="Google Shape;969;p18"/>
            <p:cNvPicPr preferRelativeResize="0"/>
            <p:nvPr/>
          </p:nvPicPr>
          <p:blipFill>
            <a:blip r:embed="rId3">
              <a:alphaModFix amt="56000"/>
            </a:blip>
            <a:stretch>
              <a:fillRect/>
            </a:stretch>
          </p:blipFill>
          <p:spPr>
            <a:xfrm rot="10800000" flipH="1">
              <a:off x="7048980" y="-1210521"/>
              <a:ext cx="6114874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0" name="Google Shape;970;p18"/>
            <p:cNvPicPr preferRelativeResize="0"/>
            <p:nvPr/>
          </p:nvPicPr>
          <p:blipFill>
            <a:blip r:embed="rId4">
              <a:alphaModFix amt="52000"/>
            </a:blip>
            <a:stretch>
              <a:fillRect/>
            </a:stretch>
          </p:blipFill>
          <p:spPr>
            <a:xfrm rot="5400000">
              <a:off x="5834261" y="-3262046"/>
              <a:ext cx="4474637" cy="5143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1" name="Google Shape;971;p18"/>
            <p:cNvPicPr preferRelativeResize="0"/>
            <p:nvPr/>
          </p:nvPicPr>
          <p:blipFill>
            <a:blip r:embed="rId5">
              <a:alphaModFix amt="47000"/>
            </a:blip>
            <a:stretch>
              <a:fillRect/>
            </a:stretch>
          </p:blipFill>
          <p:spPr>
            <a:xfrm rot="-1342742">
              <a:off x="-977911" y="-3287812"/>
              <a:ext cx="5882021" cy="48557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2" name="Google Shape;972;p18"/>
            <p:cNvPicPr preferRelativeResize="0"/>
            <p:nvPr/>
          </p:nvPicPr>
          <p:blipFill>
            <a:blip r:embed="rId6">
              <a:alphaModFix amt="58000"/>
            </a:blip>
            <a:stretch>
              <a:fillRect/>
            </a:stretch>
          </p:blipFill>
          <p:spPr>
            <a:xfrm rot="10599510">
              <a:off x="-546556" y="1325195"/>
              <a:ext cx="1787179" cy="42873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3" name="Google Shape;973;p18"/>
            <p:cNvPicPr preferRelativeResize="0"/>
            <p:nvPr/>
          </p:nvPicPr>
          <p:blipFill>
            <a:blip r:embed="rId7">
              <a:alphaModFix amt="45000"/>
            </a:blip>
            <a:stretch>
              <a:fillRect/>
            </a:stretch>
          </p:blipFill>
          <p:spPr>
            <a:xfrm rot="380280">
              <a:off x="6197600" y="3797979"/>
              <a:ext cx="8158655" cy="30382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74" name="Google Shape;974;p18"/>
          <p:cNvSpPr txBox="1">
            <a:spLocks noGrp="1"/>
          </p:cNvSpPr>
          <p:nvPr>
            <p:ph type="title"/>
          </p:nvPr>
        </p:nvSpPr>
        <p:spPr>
          <a:xfrm>
            <a:off x="2290050" y="3076083"/>
            <a:ext cx="45639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75" name="Google Shape;975;p18"/>
          <p:cNvSpPr txBox="1">
            <a:spLocks noGrp="1"/>
          </p:cNvSpPr>
          <p:nvPr>
            <p:ph type="subTitle" idx="1"/>
          </p:nvPr>
        </p:nvSpPr>
        <p:spPr>
          <a:xfrm>
            <a:off x="1605150" y="1547033"/>
            <a:ext cx="5933700" cy="180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976" name="Google Shape;976;p18"/>
          <p:cNvGrpSpPr/>
          <p:nvPr/>
        </p:nvGrpSpPr>
        <p:grpSpPr>
          <a:xfrm rot="5400065">
            <a:off x="8667137" y="-1129839"/>
            <a:ext cx="1344377" cy="1995312"/>
            <a:chOff x="272875" y="1527563"/>
            <a:chExt cx="255950" cy="455000"/>
          </a:xfrm>
        </p:grpSpPr>
        <p:sp>
          <p:nvSpPr>
            <p:cNvPr id="977" name="Google Shape;977;p18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8" name="Google Shape;978;p18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9" name="Google Shape;979;p18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0" name="Google Shape;980;p18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1" name="Google Shape;981;p18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2" name="Google Shape;982;p18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3" name="Google Shape;983;p18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4" name="Google Shape;984;p18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5" name="Google Shape;985;p18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6" name="Google Shape;986;p18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7" name="Google Shape;987;p18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8" name="Google Shape;988;p18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9" name="Google Shape;989;p18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0" name="Google Shape;990;p18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1" name="Google Shape;991;p18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2" name="Google Shape;992;p18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3" name="Google Shape;993;p18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4" name="Google Shape;994;p18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5" name="Google Shape;995;p18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6" name="Google Shape;996;p18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7" name="Google Shape;997;p18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8" name="Google Shape;998;p18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99" name="Google Shape;999;p18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0" name="Google Shape;1000;p18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1" name="Google Shape;1001;p18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2" name="Google Shape;1002;p18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3" name="Google Shape;1003;p18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4" name="Google Shape;1004;p18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5" name="Google Shape;1005;p18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6" name="Google Shape;1006;p18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7" name="Google Shape;1007;p18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8" name="Google Shape;1008;p18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9" name="Google Shape;1009;p18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0" name="Google Shape;1010;p18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1" name="Google Shape;1011;p18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12" name="Google Shape;1012;p18"/>
          <p:cNvSpPr/>
          <p:nvPr/>
        </p:nvSpPr>
        <p:spPr>
          <a:xfrm rot="-7373435">
            <a:off x="-1518218" y="3027895"/>
            <a:ext cx="2265005" cy="2165760"/>
          </a:xfrm>
          <a:custGeom>
            <a:avLst/>
            <a:gdLst/>
            <a:ahLst/>
            <a:cxnLst/>
            <a:rect l="l" t="t" r="r" b="b"/>
            <a:pathLst>
              <a:path w="21339" h="20404" extrusionOk="0">
                <a:moveTo>
                  <a:pt x="95" y="0"/>
                </a:moveTo>
                <a:cubicBezTo>
                  <a:pt x="50" y="0"/>
                  <a:pt x="0" y="36"/>
                  <a:pt x="12" y="93"/>
                </a:cubicBezTo>
                <a:cubicBezTo>
                  <a:pt x="485" y="2330"/>
                  <a:pt x="1054" y="4567"/>
                  <a:pt x="1680" y="6766"/>
                </a:cubicBezTo>
                <a:cubicBezTo>
                  <a:pt x="2324" y="8965"/>
                  <a:pt x="3045" y="11126"/>
                  <a:pt x="3822" y="13249"/>
                </a:cubicBezTo>
                <a:cubicBezTo>
                  <a:pt x="4220" y="14330"/>
                  <a:pt x="4618" y="15391"/>
                  <a:pt x="5054" y="16453"/>
                </a:cubicBezTo>
                <a:cubicBezTo>
                  <a:pt x="5225" y="16889"/>
                  <a:pt x="5433" y="17287"/>
                  <a:pt x="5699" y="17666"/>
                </a:cubicBezTo>
                <a:cubicBezTo>
                  <a:pt x="5926" y="17988"/>
                  <a:pt x="6267" y="18216"/>
                  <a:pt x="6646" y="18348"/>
                </a:cubicBezTo>
                <a:cubicBezTo>
                  <a:pt x="6705" y="18361"/>
                  <a:pt x="6764" y="18368"/>
                  <a:pt x="6823" y="18368"/>
                </a:cubicBezTo>
                <a:cubicBezTo>
                  <a:pt x="7107" y="18368"/>
                  <a:pt x="7384" y="18221"/>
                  <a:pt x="7556" y="17969"/>
                </a:cubicBezTo>
                <a:cubicBezTo>
                  <a:pt x="7746" y="17609"/>
                  <a:pt x="7784" y="17173"/>
                  <a:pt x="7708" y="16775"/>
                </a:cubicBezTo>
                <a:cubicBezTo>
                  <a:pt x="7519" y="15770"/>
                  <a:pt x="7253" y="14784"/>
                  <a:pt x="6893" y="13837"/>
                </a:cubicBezTo>
                <a:cubicBezTo>
                  <a:pt x="6248" y="11941"/>
                  <a:pt x="5414" y="9969"/>
                  <a:pt x="5528" y="7922"/>
                </a:cubicBezTo>
                <a:cubicBezTo>
                  <a:pt x="5543" y="7707"/>
                  <a:pt x="5559" y="7504"/>
                  <a:pt x="5594" y="7294"/>
                </a:cubicBezTo>
                <a:lnTo>
                  <a:pt x="5594" y="7294"/>
                </a:lnTo>
                <a:cubicBezTo>
                  <a:pt x="6312" y="7702"/>
                  <a:pt x="6661" y="8502"/>
                  <a:pt x="6893" y="9268"/>
                </a:cubicBezTo>
                <a:cubicBezTo>
                  <a:pt x="7234" y="10349"/>
                  <a:pt x="7519" y="11467"/>
                  <a:pt x="7822" y="12567"/>
                </a:cubicBezTo>
                <a:lnTo>
                  <a:pt x="8789" y="16036"/>
                </a:lnTo>
                <a:cubicBezTo>
                  <a:pt x="8940" y="16604"/>
                  <a:pt x="9111" y="17173"/>
                  <a:pt x="9263" y="17742"/>
                </a:cubicBezTo>
                <a:cubicBezTo>
                  <a:pt x="9376" y="18216"/>
                  <a:pt x="9509" y="18652"/>
                  <a:pt x="9699" y="19107"/>
                </a:cubicBezTo>
                <a:cubicBezTo>
                  <a:pt x="9966" y="19713"/>
                  <a:pt x="10452" y="20404"/>
                  <a:pt x="11172" y="20404"/>
                </a:cubicBezTo>
                <a:cubicBezTo>
                  <a:pt x="11217" y="20404"/>
                  <a:pt x="11263" y="20401"/>
                  <a:pt x="11310" y="20396"/>
                </a:cubicBezTo>
                <a:cubicBezTo>
                  <a:pt x="11708" y="20339"/>
                  <a:pt x="12068" y="20092"/>
                  <a:pt x="12258" y="19732"/>
                </a:cubicBezTo>
                <a:cubicBezTo>
                  <a:pt x="12485" y="19334"/>
                  <a:pt x="12580" y="18860"/>
                  <a:pt x="12504" y="18405"/>
                </a:cubicBezTo>
                <a:cubicBezTo>
                  <a:pt x="12390" y="17855"/>
                  <a:pt x="12239" y="17306"/>
                  <a:pt x="12030" y="16794"/>
                </a:cubicBezTo>
                <a:cubicBezTo>
                  <a:pt x="11841" y="16263"/>
                  <a:pt x="11651" y="15713"/>
                  <a:pt x="11462" y="15183"/>
                </a:cubicBezTo>
                <a:cubicBezTo>
                  <a:pt x="11101" y="14083"/>
                  <a:pt x="10779" y="12965"/>
                  <a:pt x="10457" y="11865"/>
                </a:cubicBezTo>
                <a:cubicBezTo>
                  <a:pt x="10154" y="10766"/>
                  <a:pt x="9869" y="9628"/>
                  <a:pt x="9623" y="8491"/>
                </a:cubicBezTo>
                <a:cubicBezTo>
                  <a:pt x="9414" y="7486"/>
                  <a:pt x="9168" y="6424"/>
                  <a:pt x="9414" y="5420"/>
                </a:cubicBezTo>
                <a:cubicBezTo>
                  <a:pt x="9462" y="5197"/>
                  <a:pt x="9536" y="5002"/>
                  <a:pt x="9626" y="4810"/>
                </a:cubicBezTo>
                <a:lnTo>
                  <a:pt x="9626" y="4810"/>
                </a:lnTo>
                <a:cubicBezTo>
                  <a:pt x="11118" y="5773"/>
                  <a:pt x="11814" y="7472"/>
                  <a:pt x="12239" y="9135"/>
                </a:cubicBezTo>
                <a:cubicBezTo>
                  <a:pt x="12485" y="10026"/>
                  <a:pt x="12637" y="10936"/>
                  <a:pt x="12807" y="11846"/>
                </a:cubicBezTo>
                <a:cubicBezTo>
                  <a:pt x="13035" y="13040"/>
                  <a:pt x="13300" y="14216"/>
                  <a:pt x="13623" y="15391"/>
                </a:cubicBezTo>
                <a:cubicBezTo>
                  <a:pt x="13945" y="16547"/>
                  <a:pt x="14324" y="17723"/>
                  <a:pt x="14741" y="18879"/>
                </a:cubicBezTo>
                <a:cubicBezTo>
                  <a:pt x="14912" y="19315"/>
                  <a:pt x="15063" y="19827"/>
                  <a:pt x="15480" y="20092"/>
                </a:cubicBezTo>
                <a:cubicBezTo>
                  <a:pt x="15595" y="20165"/>
                  <a:pt x="15723" y="20199"/>
                  <a:pt x="15849" y="20199"/>
                </a:cubicBezTo>
                <a:cubicBezTo>
                  <a:pt x="16119" y="20199"/>
                  <a:pt x="16382" y="20042"/>
                  <a:pt x="16485" y="19770"/>
                </a:cubicBezTo>
                <a:cubicBezTo>
                  <a:pt x="16694" y="19334"/>
                  <a:pt x="16675" y="18765"/>
                  <a:pt x="16656" y="18292"/>
                </a:cubicBezTo>
                <a:cubicBezTo>
                  <a:pt x="16637" y="17723"/>
                  <a:pt x="16542" y="17154"/>
                  <a:pt x="16428" y="16585"/>
                </a:cubicBezTo>
                <a:cubicBezTo>
                  <a:pt x="16125" y="15467"/>
                  <a:pt x="15746" y="14348"/>
                  <a:pt x="15291" y="13268"/>
                </a:cubicBezTo>
                <a:cubicBezTo>
                  <a:pt x="14419" y="10993"/>
                  <a:pt x="13793" y="8623"/>
                  <a:pt x="13433" y="6216"/>
                </a:cubicBezTo>
                <a:cubicBezTo>
                  <a:pt x="13360" y="5689"/>
                  <a:pt x="13392" y="4465"/>
                  <a:pt x="14163" y="4465"/>
                </a:cubicBezTo>
                <a:cubicBezTo>
                  <a:pt x="14197" y="4465"/>
                  <a:pt x="14231" y="4467"/>
                  <a:pt x="14267" y="4472"/>
                </a:cubicBezTo>
                <a:cubicBezTo>
                  <a:pt x="14741" y="4548"/>
                  <a:pt x="15025" y="5060"/>
                  <a:pt x="15234" y="5439"/>
                </a:cubicBezTo>
                <a:cubicBezTo>
                  <a:pt x="15499" y="5913"/>
                  <a:pt x="15727" y="6406"/>
                  <a:pt x="15935" y="6898"/>
                </a:cubicBezTo>
                <a:cubicBezTo>
                  <a:pt x="16732" y="8946"/>
                  <a:pt x="17111" y="11107"/>
                  <a:pt x="17452" y="13268"/>
                </a:cubicBezTo>
                <a:cubicBezTo>
                  <a:pt x="17623" y="14348"/>
                  <a:pt x="17793" y="15429"/>
                  <a:pt x="18002" y="16510"/>
                </a:cubicBezTo>
                <a:cubicBezTo>
                  <a:pt x="18096" y="17040"/>
                  <a:pt x="18229" y="17590"/>
                  <a:pt x="18362" y="18121"/>
                </a:cubicBezTo>
                <a:cubicBezTo>
                  <a:pt x="18476" y="18557"/>
                  <a:pt x="18627" y="19031"/>
                  <a:pt x="18968" y="19334"/>
                </a:cubicBezTo>
                <a:cubicBezTo>
                  <a:pt x="19197" y="19533"/>
                  <a:pt x="19456" y="19618"/>
                  <a:pt x="19715" y="19618"/>
                </a:cubicBezTo>
                <a:cubicBezTo>
                  <a:pt x="20273" y="19618"/>
                  <a:pt x="20833" y="19220"/>
                  <a:pt x="21092" y="18690"/>
                </a:cubicBezTo>
                <a:cubicBezTo>
                  <a:pt x="21300" y="18178"/>
                  <a:pt x="21338" y="17628"/>
                  <a:pt x="21205" y="17078"/>
                </a:cubicBezTo>
                <a:cubicBezTo>
                  <a:pt x="21111" y="16472"/>
                  <a:pt x="20902" y="15884"/>
                  <a:pt x="20731" y="15277"/>
                </a:cubicBezTo>
                <a:lnTo>
                  <a:pt x="18684" y="7903"/>
                </a:lnTo>
                <a:cubicBezTo>
                  <a:pt x="18514" y="7315"/>
                  <a:pt x="18362" y="6728"/>
                  <a:pt x="18191" y="6102"/>
                </a:cubicBezTo>
                <a:cubicBezTo>
                  <a:pt x="18162" y="6043"/>
                  <a:pt x="18106" y="6015"/>
                  <a:pt x="18051" y="6015"/>
                </a:cubicBezTo>
                <a:cubicBezTo>
                  <a:pt x="17966" y="6015"/>
                  <a:pt x="17884" y="6082"/>
                  <a:pt x="17907" y="6197"/>
                </a:cubicBezTo>
                <a:cubicBezTo>
                  <a:pt x="18589" y="8623"/>
                  <a:pt x="19253" y="11050"/>
                  <a:pt x="19935" y="13476"/>
                </a:cubicBezTo>
                <a:lnTo>
                  <a:pt x="20428" y="15315"/>
                </a:lnTo>
                <a:cubicBezTo>
                  <a:pt x="20599" y="15903"/>
                  <a:pt x="20788" y="16491"/>
                  <a:pt x="20902" y="17078"/>
                </a:cubicBezTo>
                <a:cubicBezTo>
                  <a:pt x="21016" y="17609"/>
                  <a:pt x="21035" y="18216"/>
                  <a:pt x="20750" y="18690"/>
                </a:cubicBezTo>
                <a:cubicBezTo>
                  <a:pt x="20542" y="19050"/>
                  <a:pt x="20144" y="19296"/>
                  <a:pt x="19727" y="19334"/>
                </a:cubicBezTo>
                <a:cubicBezTo>
                  <a:pt x="19253" y="19334"/>
                  <a:pt x="18950" y="18917"/>
                  <a:pt x="18798" y="18519"/>
                </a:cubicBezTo>
                <a:cubicBezTo>
                  <a:pt x="18627" y="18026"/>
                  <a:pt x="18495" y="17533"/>
                  <a:pt x="18400" y="17040"/>
                </a:cubicBezTo>
                <a:cubicBezTo>
                  <a:pt x="18172" y="15979"/>
                  <a:pt x="17983" y="14898"/>
                  <a:pt x="17812" y="13837"/>
                </a:cubicBezTo>
                <a:cubicBezTo>
                  <a:pt x="17452" y="11713"/>
                  <a:pt x="17130" y="9571"/>
                  <a:pt x="16428" y="7524"/>
                </a:cubicBezTo>
                <a:cubicBezTo>
                  <a:pt x="16239" y="7031"/>
                  <a:pt x="16049" y="6538"/>
                  <a:pt x="15822" y="6064"/>
                </a:cubicBezTo>
                <a:cubicBezTo>
                  <a:pt x="15632" y="5590"/>
                  <a:pt x="15386" y="5154"/>
                  <a:pt x="15082" y="4756"/>
                </a:cubicBezTo>
                <a:cubicBezTo>
                  <a:pt x="14841" y="4446"/>
                  <a:pt x="14506" y="4199"/>
                  <a:pt x="14120" y="4199"/>
                </a:cubicBezTo>
                <a:cubicBezTo>
                  <a:pt x="14081" y="4199"/>
                  <a:pt x="14042" y="4201"/>
                  <a:pt x="14002" y="4207"/>
                </a:cubicBezTo>
                <a:cubicBezTo>
                  <a:pt x="13661" y="4282"/>
                  <a:pt x="13395" y="4529"/>
                  <a:pt x="13281" y="4851"/>
                </a:cubicBezTo>
                <a:cubicBezTo>
                  <a:pt x="13149" y="5230"/>
                  <a:pt x="13092" y="5609"/>
                  <a:pt x="13130" y="6007"/>
                </a:cubicBezTo>
                <a:cubicBezTo>
                  <a:pt x="13187" y="6538"/>
                  <a:pt x="13281" y="7088"/>
                  <a:pt x="13395" y="7619"/>
                </a:cubicBezTo>
                <a:cubicBezTo>
                  <a:pt x="13623" y="8794"/>
                  <a:pt x="13907" y="9969"/>
                  <a:pt x="14267" y="11126"/>
                </a:cubicBezTo>
                <a:cubicBezTo>
                  <a:pt x="14608" y="12244"/>
                  <a:pt x="15044" y="13344"/>
                  <a:pt x="15442" y="14443"/>
                </a:cubicBezTo>
                <a:cubicBezTo>
                  <a:pt x="15879" y="15524"/>
                  <a:pt x="16182" y="16642"/>
                  <a:pt x="16333" y="17799"/>
                </a:cubicBezTo>
                <a:cubicBezTo>
                  <a:pt x="16409" y="18329"/>
                  <a:pt x="16390" y="18879"/>
                  <a:pt x="16296" y="19410"/>
                </a:cubicBezTo>
                <a:cubicBezTo>
                  <a:pt x="16277" y="19618"/>
                  <a:pt x="16144" y="19789"/>
                  <a:pt x="15973" y="19884"/>
                </a:cubicBezTo>
                <a:cubicBezTo>
                  <a:pt x="15943" y="19889"/>
                  <a:pt x="15912" y="19892"/>
                  <a:pt x="15882" y="19892"/>
                </a:cubicBezTo>
                <a:cubicBezTo>
                  <a:pt x="15710" y="19892"/>
                  <a:pt x="15558" y="19802"/>
                  <a:pt x="15461" y="19656"/>
                </a:cubicBezTo>
                <a:cubicBezTo>
                  <a:pt x="15329" y="19467"/>
                  <a:pt x="15215" y="19258"/>
                  <a:pt x="15139" y="19031"/>
                </a:cubicBezTo>
                <a:cubicBezTo>
                  <a:pt x="15025" y="18746"/>
                  <a:pt x="14912" y="18481"/>
                  <a:pt x="14817" y="18197"/>
                </a:cubicBezTo>
                <a:cubicBezTo>
                  <a:pt x="14608" y="17628"/>
                  <a:pt x="14419" y="17059"/>
                  <a:pt x="14248" y="16491"/>
                </a:cubicBezTo>
                <a:cubicBezTo>
                  <a:pt x="13888" y="15353"/>
                  <a:pt x="13566" y="14178"/>
                  <a:pt x="13300" y="13003"/>
                </a:cubicBezTo>
                <a:cubicBezTo>
                  <a:pt x="13073" y="12017"/>
                  <a:pt x="12921" y="11031"/>
                  <a:pt x="12694" y="10045"/>
                </a:cubicBezTo>
                <a:cubicBezTo>
                  <a:pt x="12334" y="8377"/>
                  <a:pt x="11822" y="6576"/>
                  <a:pt x="10590" y="5306"/>
                </a:cubicBezTo>
                <a:cubicBezTo>
                  <a:pt x="10305" y="5022"/>
                  <a:pt x="9983" y="4756"/>
                  <a:pt x="9623" y="4548"/>
                </a:cubicBezTo>
                <a:cubicBezTo>
                  <a:pt x="9603" y="4534"/>
                  <a:pt x="9580" y="4528"/>
                  <a:pt x="9558" y="4528"/>
                </a:cubicBezTo>
                <a:cubicBezTo>
                  <a:pt x="9517" y="4528"/>
                  <a:pt x="9477" y="4549"/>
                  <a:pt x="9452" y="4586"/>
                </a:cubicBezTo>
                <a:cubicBezTo>
                  <a:pt x="8978" y="5458"/>
                  <a:pt x="9016" y="6481"/>
                  <a:pt x="9168" y="7448"/>
                </a:cubicBezTo>
                <a:cubicBezTo>
                  <a:pt x="9338" y="8510"/>
                  <a:pt x="9604" y="9571"/>
                  <a:pt x="9869" y="10633"/>
                </a:cubicBezTo>
                <a:cubicBezTo>
                  <a:pt x="10438" y="12832"/>
                  <a:pt x="11101" y="14993"/>
                  <a:pt x="11879" y="17135"/>
                </a:cubicBezTo>
                <a:cubicBezTo>
                  <a:pt x="12182" y="18007"/>
                  <a:pt x="12618" y="19182"/>
                  <a:pt x="11784" y="19922"/>
                </a:cubicBezTo>
                <a:cubicBezTo>
                  <a:pt x="11612" y="20082"/>
                  <a:pt x="11386" y="20166"/>
                  <a:pt x="11158" y="20166"/>
                </a:cubicBezTo>
                <a:cubicBezTo>
                  <a:pt x="11008" y="20166"/>
                  <a:pt x="10858" y="20130"/>
                  <a:pt x="10722" y="20055"/>
                </a:cubicBezTo>
                <a:cubicBezTo>
                  <a:pt x="10400" y="19827"/>
                  <a:pt x="10172" y="19524"/>
                  <a:pt x="10021" y="19182"/>
                </a:cubicBezTo>
                <a:cubicBezTo>
                  <a:pt x="9831" y="18784"/>
                  <a:pt x="9699" y="18367"/>
                  <a:pt x="9585" y="17950"/>
                </a:cubicBezTo>
                <a:lnTo>
                  <a:pt x="9111" y="16244"/>
                </a:lnTo>
                <a:lnTo>
                  <a:pt x="8125" y="12832"/>
                </a:lnTo>
                <a:cubicBezTo>
                  <a:pt x="7822" y="11732"/>
                  <a:pt x="7519" y="10614"/>
                  <a:pt x="7177" y="9514"/>
                </a:cubicBezTo>
                <a:cubicBezTo>
                  <a:pt x="6950" y="8737"/>
                  <a:pt x="6665" y="7903"/>
                  <a:pt x="6059" y="7353"/>
                </a:cubicBezTo>
                <a:cubicBezTo>
                  <a:pt x="5907" y="7221"/>
                  <a:pt x="5737" y="7107"/>
                  <a:pt x="5547" y="7012"/>
                </a:cubicBezTo>
                <a:cubicBezTo>
                  <a:pt x="5534" y="7008"/>
                  <a:pt x="5519" y="7005"/>
                  <a:pt x="5505" y="7005"/>
                </a:cubicBezTo>
                <a:cubicBezTo>
                  <a:pt x="5457" y="7005"/>
                  <a:pt x="5410" y="7030"/>
                  <a:pt x="5395" y="7088"/>
                </a:cubicBezTo>
                <a:cubicBezTo>
                  <a:pt x="5054" y="9041"/>
                  <a:pt x="5661" y="10936"/>
                  <a:pt x="6305" y="12775"/>
                </a:cubicBezTo>
                <a:cubicBezTo>
                  <a:pt x="6628" y="13723"/>
                  <a:pt x="6988" y="14671"/>
                  <a:pt x="7253" y="15638"/>
                </a:cubicBezTo>
                <a:cubicBezTo>
                  <a:pt x="7386" y="16093"/>
                  <a:pt x="7481" y="16566"/>
                  <a:pt x="7537" y="17059"/>
                </a:cubicBezTo>
                <a:cubicBezTo>
                  <a:pt x="7556" y="17457"/>
                  <a:pt x="7481" y="17969"/>
                  <a:pt x="7064" y="18121"/>
                </a:cubicBezTo>
                <a:cubicBezTo>
                  <a:pt x="6994" y="18147"/>
                  <a:pt x="6924" y="18158"/>
                  <a:pt x="6855" y="18158"/>
                </a:cubicBezTo>
                <a:cubicBezTo>
                  <a:pt x="6568" y="18158"/>
                  <a:pt x="6295" y="17959"/>
                  <a:pt x="6097" y="17761"/>
                </a:cubicBezTo>
                <a:cubicBezTo>
                  <a:pt x="5774" y="17438"/>
                  <a:pt x="5547" y="17059"/>
                  <a:pt x="5376" y="16642"/>
                </a:cubicBezTo>
                <a:cubicBezTo>
                  <a:pt x="4959" y="15619"/>
                  <a:pt x="4561" y="14595"/>
                  <a:pt x="4182" y="13571"/>
                </a:cubicBezTo>
                <a:cubicBezTo>
                  <a:pt x="3405" y="11505"/>
                  <a:pt x="2703" y="9401"/>
                  <a:pt x="2059" y="7278"/>
                </a:cubicBezTo>
                <a:cubicBezTo>
                  <a:pt x="1414" y="5154"/>
                  <a:pt x="846" y="3012"/>
                  <a:pt x="334" y="851"/>
                </a:cubicBezTo>
                <a:cubicBezTo>
                  <a:pt x="277" y="586"/>
                  <a:pt x="220" y="320"/>
                  <a:pt x="163" y="55"/>
                </a:cubicBezTo>
                <a:cubicBezTo>
                  <a:pt x="156" y="17"/>
                  <a:pt x="126" y="0"/>
                  <a:pt x="95" y="0"/>
                </a:cubicBezTo>
                <a:close/>
              </a:path>
            </a:pathLst>
          </a:custGeom>
          <a:solidFill>
            <a:srgbClr val="3C8D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4" name="Google Shape;1014;p19"/>
          <p:cNvPicPr preferRelativeResize="0"/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 rot="-2343514" flipH="1">
            <a:off x="-1156226" y="-1467160"/>
            <a:ext cx="3297389" cy="2276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5" name="Google Shape;1015;p19"/>
          <p:cNvPicPr preferRelativeResize="0"/>
          <p:nvPr/>
        </p:nvPicPr>
        <p:blipFill>
          <a:blip r:embed="rId3">
            <a:alphaModFix amt="74000"/>
          </a:blip>
          <a:stretch>
            <a:fillRect/>
          </a:stretch>
        </p:blipFill>
        <p:spPr>
          <a:xfrm rot="-10162003" flipH="1">
            <a:off x="-1091107" y="-1133759"/>
            <a:ext cx="2894871" cy="25933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6" name="Google Shape;1016;p19"/>
          <p:cNvGrpSpPr/>
          <p:nvPr/>
        </p:nvGrpSpPr>
        <p:grpSpPr>
          <a:xfrm rot="-8099954">
            <a:off x="25750" y="-768875"/>
            <a:ext cx="1344367" cy="1995327"/>
            <a:chOff x="272875" y="1527563"/>
            <a:chExt cx="255950" cy="455000"/>
          </a:xfrm>
        </p:grpSpPr>
        <p:sp>
          <p:nvSpPr>
            <p:cNvPr id="1017" name="Google Shape;1017;p19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8" name="Google Shape;1018;p19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9" name="Google Shape;1019;p19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0" name="Google Shape;1020;p19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1" name="Google Shape;1021;p19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2" name="Google Shape;1022;p19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3" name="Google Shape;1023;p19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4" name="Google Shape;1024;p19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5" name="Google Shape;1025;p19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6" name="Google Shape;1026;p19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7" name="Google Shape;1027;p19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8" name="Google Shape;1028;p19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9" name="Google Shape;1029;p19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0" name="Google Shape;1030;p19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1" name="Google Shape;1031;p19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2" name="Google Shape;1032;p19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3" name="Google Shape;1033;p19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4" name="Google Shape;1034;p19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5" name="Google Shape;1035;p19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6" name="Google Shape;1036;p19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7" name="Google Shape;1037;p19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8" name="Google Shape;1038;p19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9" name="Google Shape;1039;p19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0" name="Google Shape;1040;p19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1" name="Google Shape;1041;p19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2" name="Google Shape;1042;p19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3" name="Google Shape;1043;p19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4" name="Google Shape;1044;p19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5" name="Google Shape;1045;p19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6" name="Google Shape;1046;p19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7" name="Google Shape;1047;p19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8" name="Google Shape;1048;p19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9" name="Google Shape;1049;p19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0" name="Google Shape;1050;p19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" name="Google Shape;1051;p19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1052" name="Google Shape;1052;p19"/>
          <p:cNvPicPr preferRelativeResize="0"/>
          <p:nvPr/>
        </p:nvPicPr>
        <p:blipFill>
          <a:blip r:embed="rId3">
            <a:alphaModFix amt="74000"/>
          </a:blip>
          <a:stretch>
            <a:fillRect/>
          </a:stretch>
        </p:blipFill>
        <p:spPr>
          <a:xfrm rot="-6814727" flipH="1">
            <a:off x="7454267" y="-1182806"/>
            <a:ext cx="2894871" cy="2593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3" name="Google Shape;1053;p19"/>
          <p:cNvPicPr preferRelativeResize="0"/>
          <p:nvPr/>
        </p:nvPicPr>
        <p:blipFill>
          <a:blip r:embed="rId4">
            <a:alphaModFix amt="76000"/>
          </a:blip>
          <a:stretch>
            <a:fillRect/>
          </a:stretch>
        </p:blipFill>
        <p:spPr>
          <a:xfrm rot="-1136126">
            <a:off x="4365128" y="4231553"/>
            <a:ext cx="7605805" cy="28323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4" name="Google Shape;1054;p19"/>
          <p:cNvGrpSpPr/>
          <p:nvPr/>
        </p:nvGrpSpPr>
        <p:grpSpPr>
          <a:xfrm rot="3618644">
            <a:off x="7686877" y="3841497"/>
            <a:ext cx="1344356" cy="2469645"/>
            <a:chOff x="272875" y="1419395"/>
            <a:chExt cx="255950" cy="563168"/>
          </a:xfrm>
        </p:grpSpPr>
        <p:sp>
          <p:nvSpPr>
            <p:cNvPr id="1055" name="Google Shape;1055;p19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6" name="Google Shape;1056;p19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7" name="Google Shape;1057;p19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8" name="Google Shape;1058;p19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9" name="Google Shape;1059;p19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0" name="Google Shape;1060;p19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1" name="Google Shape;1061;p19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2" name="Google Shape;1062;p19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3" name="Google Shape;1063;p19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4" name="Google Shape;1064;p19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5" name="Google Shape;1065;p19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6" name="Google Shape;1066;p19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7" name="Google Shape;1067;p19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8" name="Google Shape;1068;p19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9" name="Google Shape;1069;p19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0" name="Google Shape;1070;p19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1" name="Google Shape;1071;p19"/>
            <p:cNvSpPr/>
            <p:nvPr/>
          </p:nvSpPr>
          <p:spPr>
            <a:xfrm>
              <a:off x="369050" y="1615955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2" name="Google Shape;1072;p19"/>
            <p:cNvSpPr/>
            <p:nvPr/>
          </p:nvSpPr>
          <p:spPr>
            <a:xfrm>
              <a:off x="490635" y="1582215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3" name="Google Shape;1073;p19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4" name="Google Shape;1074;p19"/>
            <p:cNvSpPr/>
            <p:nvPr/>
          </p:nvSpPr>
          <p:spPr>
            <a:xfrm>
              <a:off x="438343" y="1487068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5" name="Google Shape;1075;p19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6" name="Google Shape;1076;p19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7" name="Google Shape;1077;p19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8" name="Google Shape;1078;p19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9" name="Google Shape;1079;p19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0" name="Google Shape;1080;p19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1" name="Google Shape;1081;p19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2" name="Google Shape;1082;p19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3" name="Google Shape;1083;p19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4" name="Google Shape;1084;p19"/>
            <p:cNvSpPr/>
            <p:nvPr/>
          </p:nvSpPr>
          <p:spPr>
            <a:xfrm>
              <a:off x="360075" y="195388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5" name="Google Shape;1085;p19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6" name="Google Shape;1086;p19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7" name="Google Shape;1087;p19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8" name="Google Shape;1088;p19"/>
            <p:cNvSpPr/>
            <p:nvPr/>
          </p:nvSpPr>
          <p:spPr>
            <a:xfrm>
              <a:off x="394558" y="1560904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9" name="Google Shape;1089;p19"/>
            <p:cNvSpPr/>
            <p:nvPr/>
          </p:nvSpPr>
          <p:spPr>
            <a:xfrm>
              <a:off x="418850" y="1419395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90" name="Google Shape;1090;p19"/>
          <p:cNvSpPr txBox="1">
            <a:spLocks noGrp="1"/>
          </p:cNvSpPr>
          <p:nvPr>
            <p:ph type="title"/>
          </p:nvPr>
        </p:nvSpPr>
        <p:spPr>
          <a:xfrm>
            <a:off x="720000" y="2586216"/>
            <a:ext cx="2336400" cy="89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91" name="Google Shape;1091;p19"/>
          <p:cNvSpPr txBox="1">
            <a:spLocks noGrp="1"/>
          </p:cNvSpPr>
          <p:nvPr>
            <p:ph type="subTitle" idx="1"/>
          </p:nvPr>
        </p:nvSpPr>
        <p:spPr>
          <a:xfrm>
            <a:off x="720000" y="3321129"/>
            <a:ext cx="2336400" cy="89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92" name="Google Shape;1092;p19"/>
          <p:cNvSpPr txBox="1">
            <a:spLocks noGrp="1"/>
          </p:cNvSpPr>
          <p:nvPr>
            <p:ph type="title" idx="2"/>
          </p:nvPr>
        </p:nvSpPr>
        <p:spPr>
          <a:xfrm>
            <a:off x="3403800" y="2586216"/>
            <a:ext cx="2336400" cy="89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93" name="Google Shape;1093;p19"/>
          <p:cNvSpPr txBox="1">
            <a:spLocks noGrp="1"/>
          </p:cNvSpPr>
          <p:nvPr>
            <p:ph type="subTitle" idx="3"/>
          </p:nvPr>
        </p:nvSpPr>
        <p:spPr>
          <a:xfrm>
            <a:off x="3403800" y="3321129"/>
            <a:ext cx="2336400" cy="89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94" name="Google Shape;1094;p19"/>
          <p:cNvSpPr txBox="1">
            <a:spLocks noGrp="1"/>
          </p:cNvSpPr>
          <p:nvPr>
            <p:ph type="title" idx="4"/>
          </p:nvPr>
        </p:nvSpPr>
        <p:spPr>
          <a:xfrm>
            <a:off x="6100400" y="2586209"/>
            <a:ext cx="2336400" cy="89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95" name="Google Shape;1095;p19"/>
          <p:cNvSpPr txBox="1">
            <a:spLocks noGrp="1"/>
          </p:cNvSpPr>
          <p:nvPr>
            <p:ph type="subTitle" idx="5"/>
          </p:nvPr>
        </p:nvSpPr>
        <p:spPr>
          <a:xfrm>
            <a:off x="6100400" y="3321129"/>
            <a:ext cx="2336400" cy="89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96" name="Google Shape;1096;p19"/>
          <p:cNvSpPr txBox="1">
            <a:spLocks noGrp="1"/>
          </p:cNvSpPr>
          <p:nvPr>
            <p:ph type="ctrTitle" idx="6"/>
          </p:nvPr>
        </p:nvSpPr>
        <p:spPr>
          <a:xfrm>
            <a:off x="736646" y="373025"/>
            <a:ext cx="7672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20"/>
          <p:cNvSpPr txBox="1">
            <a:spLocks noGrp="1"/>
          </p:cNvSpPr>
          <p:nvPr>
            <p:ph type="title"/>
          </p:nvPr>
        </p:nvSpPr>
        <p:spPr>
          <a:xfrm>
            <a:off x="1224826" y="1435461"/>
            <a:ext cx="21270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99" name="Google Shape;1099;p20"/>
          <p:cNvSpPr txBox="1">
            <a:spLocks noGrp="1"/>
          </p:cNvSpPr>
          <p:nvPr>
            <p:ph type="subTitle" idx="1"/>
          </p:nvPr>
        </p:nvSpPr>
        <p:spPr>
          <a:xfrm>
            <a:off x="1224829" y="1914654"/>
            <a:ext cx="2127000" cy="91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00" name="Google Shape;1100;p20"/>
          <p:cNvSpPr txBox="1">
            <a:spLocks noGrp="1"/>
          </p:cNvSpPr>
          <p:nvPr>
            <p:ph type="title" idx="2"/>
          </p:nvPr>
        </p:nvSpPr>
        <p:spPr>
          <a:xfrm>
            <a:off x="5826912" y="1435461"/>
            <a:ext cx="21270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01" name="Google Shape;1101;p20"/>
          <p:cNvSpPr txBox="1">
            <a:spLocks noGrp="1"/>
          </p:cNvSpPr>
          <p:nvPr>
            <p:ph type="subTitle" idx="3"/>
          </p:nvPr>
        </p:nvSpPr>
        <p:spPr>
          <a:xfrm>
            <a:off x="5826914" y="1914654"/>
            <a:ext cx="2127000" cy="91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02" name="Google Shape;1102;p20"/>
          <p:cNvSpPr txBox="1">
            <a:spLocks noGrp="1"/>
          </p:cNvSpPr>
          <p:nvPr>
            <p:ph type="title" idx="4"/>
          </p:nvPr>
        </p:nvSpPr>
        <p:spPr>
          <a:xfrm>
            <a:off x="1224826" y="2945751"/>
            <a:ext cx="21270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03" name="Google Shape;1103;p20"/>
          <p:cNvSpPr txBox="1">
            <a:spLocks noGrp="1"/>
          </p:cNvSpPr>
          <p:nvPr>
            <p:ph type="subTitle" idx="5"/>
          </p:nvPr>
        </p:nvSpPr>
        <p:spPr>
          <a:xfrm>
            <a:off x="1224829" y="3473670"/>
            <a:ext cx="21270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04" name="Google Shape;1104;p20"/>
          <p:cNvSpPr txBox="1">
            <a:spLocks noGrp="1"/>
          </p:cNvSpPr>
          <p:nvPr>
            <p:ph type="title" idx="6"/>
          </p:nvPr>
        </p:nvSpPr>
        <p:spPr>
          <a:xfrm>
            <a:off x="5826864" y="2945751"/>
            <a:ext cx="21270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05" name="Google Shape;1105;p20"/>
          <p:cNvSpPr txBox="1">
            <a:spLocks noGrp="1"/>
          </p:cNvSpPr>
          <p:nvPr>
            <p:ph type="subTitle" idx="7"/>
          </p:nvPr>
        </p:nvSpPr>
        <p:spPr>
          <a:xfrm>
            <a:off x="5826914" y="3473670"/>
            <a:ext cx="21270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06" name="Google Shape;1106;p20"/>
          <p:cNvPicPr preferRelativeResize="0"/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 rot="-2343514" flipH="1">
            <a:off x="-1166545" y="-1270720"/>
            <a:ext cx="3297389" cy="22766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07" name="Google Shape;1107;p20"/>
          <p:cNvGrpSpPr/>
          <p:nvPr/>
        </p:nvGrpSpPr>
        <p:grpSpPr>
          <a:xfrm rot="-8099954">
            <a:off x="15431" y="-572435"/>
            <a:ext cx="1344367" cy="1995327"/>
            <a:chOff x="272875" y="1527563"/>
            <a:chExt cx="255950" cy="455000"/>
          </a:xfrm>
        </p:grpSpPr>
        <p:sp>
          <p:nvSpPr>
            <p:cNvPr id="1108" name="Google Shape;1108;p20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9" name="Google Shape;1109;p20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0" name="Google Shape;1110;p20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1" name="Google Shape;1111;p20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2" name="Google Shape;1112;p20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3" name="Google Shape;1113;p20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4" name="Google Shape;1114;p20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5" name="Google Shape;1115;p20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6" name="Google Shape;1116;p20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7" name="Google Shape;1117;p20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8" name="Google Shape;1118;p20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9" name="Google Shape;1119;p20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0" name="Google Shape;1120;p20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1" name="Google Shape;1121;p20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2" name="Google Shape;1122;p20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3" name="Google Shape;1123;p20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4" name="Google Shape;1124;p20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5" name="Google Shape;1125;p20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6" name="Google Shape;1126;p20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7" name="Google Shape;1127;p20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8" name="Google Shape;1128;p20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9" name="Google Shape;1129;p20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0" name="Google Shape;1130;p20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1" name="Google Shape;1131;p20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2" name="Google Shape;1132;p20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3" name="Google Shape;1133;p20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4" name="Google Shape;1134;p20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5" name="Google Shape;1135;p20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6" name="Google Shape;1136;p20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7" name="Google Shape;1137;p20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8" name="Google Shape;1138;p20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9" name="Google Shape;1139;p20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0" name="Google Shape;1140;p20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1" name="Google Shape;1141;p20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2" name="Google Shape;1142;p20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1143" name="Google Shape;1143;p20"/>
          <p:cNvPicPr preferRelativeResize="0"/>
          <p:nvPr/>
        </p:nvPicPr>
        <p:blipFill>
          <a:blip r:embed="rId3">
            <a:alphaModFix amt="74000"/>
          </a:blip>
          <a:stretch>
            <a:fillRect/>
          </a:stretch>
        </p:blipFill>
        <p:spPr>
          <a:xfrm rot="-5809801" flipH="1">
            <a:off x="7609918" y="-1097658"/>
            <a:ext cx="2894870" cy="2593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4" name="Google Shape;1144;p20"/>
          <p:cNvPicPr preferRelativeResize="0"/>
          <p:nvPr/>
        </p:nvPicPr>
        <p:blipFill>
          <a:blip r:embed="rId4">
            <a:alphaModFix amt="76000"/>
          </a:blip>
          <a:stretch>
            <a:fillRect/>
          </a:stretch>
        </p:blipFill>
        <p:spPr>
          <a:xfrm rot="10754694">
            <a:off x="2497948" y="4487275"/>
            <a:ext cx="7605809" cy="28323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5" name="Google Shape;1145;p20"/>
          <p:cNvGrpSpPr/>
          <p:nvPr/>
        </p:nvGrpSpPr>
        <p:grpSpPr>
          <a:xfrm flipH="1">
            <a:off x="-624375" y="3487614"/>
            <a:ext cx="1344377" cy="2469659"/>
            <a:chOff x="272875" y="1419395"/>
            <a:chExt cx="255950" cy="563168"/>
          </a:xfrm>
        </p:grpSpPr>
        <p:sp>
          <p:nvSpPr>
            <p:cNvPr id="1146" name="Google Shape;1146;p20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7" name="Google Shape;1147;p20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8" name="Google Shape;1148;p20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9" name="Google Shape;1149;p20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0" name="Google Shape;1150;p20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1" name="Google Shape;1151;p20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2" name="Google Shape;1152;p20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3" name="Google Shape;1153;p20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4" name="Google Shape;1154;p20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5" name="Google Shape;1155;p20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6" name="Google Shape;1156;p20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7" name="Google Shape;1157;p20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8" name="Google Shape;1158;p20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9" name="Google Shape;1159;p20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0" name="Google Shape;1160;p20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1" name="Google Shape;1161;p20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2" name="Google Shape;1162;p20"/>
            <p:cNvSpPr/>
            <p:nvPr/>
          </p:nvSpPr>
          <p:spPr>
            <a:xfrm>
              <a:off x="369050" y="1615955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3" name="Google Shape;1163;p20"/>
            <p:cNvSpPr/>
            <p:nvPr/>
          </p:nvSpPr>
          <p:spPr>
            <a:xfrm>
              <a:off x="490635" y="1582215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4" name="Google Shape;1164;p20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5" name="Google Shape;1165;p20"/>
            <p:cNvSpPr/>
            <p:nvPr/>
          </p:nvSpPr>
          <p:spPr>
            <a:xfrm>
              <a:off x="438343" y="1487068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6" name="Google Shape;1166;p20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7" name="Google Shape;1167;p20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8" name="Google Shape;1168;p20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9" name="Google Shape;1169;p20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0" name="Google Shape;1170;p20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1" name="Google Shape;1171;p20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2" name="Google Shape;1172;p20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3" name="Google Shape;1173;p20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4" name="Google Shape;1174;p20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5" name="Google Shape;1175;p20"/>
            <p:cNvSpPr/>
            <p:nvPr/>
          </p:nvSpPr>
          <p:spPr>
            <a:xfrm>
              <a:off x="360075" y="195388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6" name="Google Shape;1176;p20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7" name="Google Shape;1177;p20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8" name="Google Shape;1178;p20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9" name="Google Shape;1179;p20"/>
            <p:cNvSpPr/>
            <p:nvPr/>
          </p:nvSpPr>
          <p:spPr>
            <a:xfrm>
              <a:off x="394558" y="1560904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0" name="Google Shape;1180;p20"/>
            <p:cNvSpPr/>
            <p:nvPr/>
          </p:nvSpPr>
          <p:spPr>
            <a:xfrm>
              <a:off x="418850" y="1419395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181" name="Google Shape;1181;p20"/>
          <p:cNvSpPr txBox="1">
            <a:spLocks noGrp="1"/>
          </p:cNvSpPr>
          <p:nvPr>
            <p:ph type="ctrTitle" idx="8"/>
          </p:nvPr>
        </p:nvSpPr>
        <p:spPr>
          <a:xfrm>
            <a:off x="736646" y="373025"/>
            <a:ext cx="7672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82" name="Google Shape;1182;p20"/>
          <p:cNvSpPr/>
          <p:nvPr/>
        </p:nvSpPr>
        <p:spPr>
          <a:xfrm rot="3176794">
            <a:off x="7710596" y="4065984"/>
            <a:ext cx="2264986" cy="2165743"/>
          </a:xfrm>
          <a:custGeom>
            <a:avLst/>
            <a:gdLst/>
            <a:ahLst/>
            <a:cxnLst/>
            <a:rect l="l" t="t" r="r" b="b"/>
            <a:pathLst>
              <a:path w="21339" h="20404" extrusionOk="0">
                <a:moveTo>
                  <a:pt x="95" y="0"/>
                </a:moveTo>
                <a:cubicBezTo>
                  <a:pt x="50" y="0"/>
                  <a:pt x="0" y="36"/>
                  <a:pt x="12" y="93"/>
                </a:cubicBezTo>
                <a:cubicBezTo>
                  <a:pt x="485" y="2330"/>
                  <a:pt x="1054" y="4567"/>
                  <a:pt x="1680" y="6766"/>
                </a:cubicBezTo>
                <a:cubicBezTo>
                  <a:pt x="2324" y="8965"/>
                  <a:pt x="3045" y="11126"/>
                  <a:pt x="3822" y="13249"/>
                </a:cubicBezTo>
                <a:cubicBezTo>
                  <a:pt x="4220" y="14330"/>
                  <a:pt x="4618" y="15391"/>
                  <a:pt x="5054" y="16453"/>
                </a:cubicBezTo>
                <a:cubicBezTo>
                  <a:pt x="5225" y="16889"/>
                  <a:pt x="5433" y="17287"/>
                  <a:pt x="5699" y="17666"/>
                </a:cubicBezTo>
                <a:cubicBezTo>
                  <a:pt x="5926" y="17988"/>
                  <a:pt x="6267" y="18216"/>
                  <a:pt x="6646" y="18348"/>
                </a:cubicBezTo>
                <a:cubicBezTo>
                  <a:pt x="6705" y="18361"/>
                  <a:pt x="6764" y="18368"/>
                  <a:pt x="6823" y="18368"/>
                </a:cubicBezTo>
                <a:cubicBezTo>
                  <a:pt x="7107" y="18368"/>
                  <a:pt x="7384" y="18221"/>
                  <a:pt x="7556" y="17969"/>
                </a:cubicBezTo>
                <a:cubicBezTo>
                  <a:pt x="7746" y="17609"/>
                  <a:pt x="7784" y="17173"/>
                  <a:pt x="7708" y="16775"/>
                </a:cubicBezTo>
                <a:cubicBezTo>
                  <a:pt x="7519" y="15770"/>
                  <a:pt x="7253" y="14784"/>
                  <a:pt x="6893" y="13837"/>
                </a:cubicBezTo>
                <a:cubicBezTo>
                  <a:pt x="6248" y="11941"/>
                  <a:pt x="5414" y="9969"/>
                  <a:pt x="5528" y="7922"/>
                </a:cubicBezTo>
                <a:cubicBezTo>
                  <a:pt x="5543" y="7707"/>
                  <a:pt x="5559" y="7504"/>
                  <a:pt x="5594" y="7294"/>
                </a:cubicBezTo>
                <a:lnTo>
                  <a:pt x="5594" y="7294"/>
                </a:lnTo>
                <a:cubicBezTo>
                  <a:pt x="6312" y="7702"/>
                  <a:pt x="6661" y="8502"/>
                  <a:pt x="6893" y="9268"/>
                </a:cubicBezTo>
                <a:cubicBezTo>
                  <a:pt x="7234" y="10349"/>
                  <a:pt x="7519" y="11467"/>
                  <a:pt x="7822" y="12567"/>
                </a:cubicBezTo>
                <a:lnTo>
                  <a:pt x="8789" y="16036"/>
                </a:lnTo>
                <a:cubicBezTo>
                  <a:pt x="8940" y="16604"/>
                  <a:pt x="9111" y="17173"/>
                  <a:pt x="9263" y="17742"/>
                </a:cubicBezTo>
                <a:cubicBezTo>
                  <a:pt x="9376" y="18216"/>
                  <a:pt x="9509" y="18652"/>
                  <a:pt x="9699" y="19107"/>
                </a:cubicBezTo>
                <a:cubicBezTo>
                  <a:pt x="9966" y="19713"/>
                  <a:pt x="10452" y="20404"/>
                  <a:pt x="11172" y="20404"/>
                </a:cubicBezTo>
                <a:cubicBezTo>
                  <a:pt x="11217" y="20404"/>
                  <a:pt x="11263" y="20401"/>
                  <a:pt x="11310" y="20396"/>
                </a:cubicBezTo>
                <a:cubicBezTo>
                  <a:pt x="11708" y="20339"/>
                  <a:pt x="12068" y="20092"/>
                  <a:pt x="12258" y="19732"/>
                </a:cubicBezTo>
                <a:cubicBezTo>
                  <a:pt x="12485" y="19334"/>
                  <a:pt x="12580" y="18860"/>
                  <a:pt x="12504" y="18405"/>
                </a:cubicBezTo>
                <a:cubicBezTo>
                  <a:pt x="12390" y="17855"/>
                  <a:pt x="12239" y="17306"/>
                  <a:pt x="12030" y="16794"/>
                </a:cubicBezTo>
                <a:cubicBezTo>
                  <a:pt x="11841" y="16263"/>
                  <a:pt x="11651" y="15713"/>
                  <a:pt x="11462" y="15183"/>
                </a:cubicBezTo>
                <a:cubicBezTo>
                  <a:pt x="11101" y="14083"/>
                  <a:pt x="10779" y="12965"/>
                  <a:pt x="10457" y="11865"/>
                </a:cubicBezTo>
                <a:cubicBezTo>
                  <a:pt x="10154" y="10766"/>
                  <a:pt x="9869" y="9628"/>
                  <a:pt x="9623" y="8491"/>
                </a:cubicBezTo>
                <a:cubicBezTo>
                  <a:pt x="9414" y="7486"/>
                  <a:pt x="9168" y="6424"/>
                  <a:pt x="9414" y="5420"/>
                </a:cubicBezTo>
                <a:cubicBezTo>
                  <a:pt x="9462" y="5197"/>
                  <a:pt x="9536" y="5002"/>
                  <a:pt x="9626" y="4810"/>
                </a:cubicBezTo>
                <a:lnTo>
                  <a:pt x="9626" y="4810"/>
                </a:lnTo>
                <a:cubicBezTo>
                  <a:pt x="11118" y="5773"/>
                  <a:pt x="11814" y="7472"/>
                  <a:pt x="12239" y="9135"/>
                </a:cubicBezTo>
                <a:cubicBezTo>
                  <a:pt x="12485" y="10026"/>
                  <a:pt x="12637" y="10936"/>
                  <a:pt x="12807" y="11846"/>
                </a:cubicBezTo>
                <a:cubicBezTo>
                  <a:pt x="13035" y="13040"/>
                  <a:pt x="13300" y="14216"/>
                  <a:pt x="13623" y="15391"/>
                </a:cubicBezTo>
                <a:cubicBezTo>
                  <a:pt x="13945" y="16547"/>
                  <a:pt x="14324" y="17723"/>
                  <a:pt x="14741" y="18879"/>
                </a:cubicBezTo>
                <a:cubicBezTo>
                  <a:pt x="14912" y="19315"/>
                  <a:pt x="15063" y="19827"/>
                  <a:pt x="15480" y="20092"/>
                </a:cubicBezTo>
                <a:cubicBezTo>
                  <a:pt x="15595" y="20165"/>
                  <a:pt x="15723" y="20199"/>
                  <a:pt x="15849" y="20199"/>
                </a:cubicBezTo>
                <a:cubicBezTo>
                  <a:pt x="16119" y="20199"/>
                  <a:pt x="16382" y="20042"/>
                  <a:pt x="16485" y="19770"/>
                </a:cubicBezTo>
                <a:cubicBezTo>
                  <a:pt x="16694" y="19334"/>
                  <a:pt x="16675" y="18765"/>
                  <a:pt x="16656" y="18292"/>
                </a:cubicBezTo>
                <a:cubicBezTo>
                  <a:pt x="16637" y="17723"/>
                  <a:pt x="16542" y="17154"/>
                  <a:pt x="16428" y="16585"/>
                </a:cubicBezTo>
                <a:cubicBezTo>
                  <a:pt x="16125" y="15467"/>
                  <a:pt x="15746" y="14348"/>
                  <a:pt x="15291" y="13268"/>
                </a:cubicBezTo>
                <a:cubicBezTo>
                  <a:pt x="14419" y="10993"/>
                  <a:pt x="13793" y="8623"/>
                  <a:pt x="13433" y="6216"/>
                </a:cubicBezTo>
                <a:cubicBezTo>
                  <a:pt x="13360" y="5689"/>
                  <a:pt x="13392" y="4465"/>
                  <a:pt x="14163" y="4465"/>
                </a:cubicBezTo>
                <a:cubicBezTo>
                  <a:pt x="14197" y="4465"/>
                  <a:pt x="14231" y="4467"/>
                  <a:pt x="14267" y="4472"/>
                </a:cubicBezTo>
                <a:cubicBezTo>
                  <a:pt x="14741" y="4548"/>
                  <a:pt x="15025" y="5060"/>
                  <a:pt x="15234" y="5439"/>
                </a:cubicBezTo>
                <a:cubicBezTo>
                  <a:pt x="15499" y="5913"/>
                  <a:pt x="15727" y="6406"/>
                  <a:pt x="15935" y="6898"/>
                </a:cubicBezTo>
                <a:cubicBezTo>
                  <a:pt x="16732" y="8946"/>
                  <a:pt x="17111" y="11107"/>
                  <a:pt x="17452" y="13268"/>
                </a:cubicBezTo>
                <a:cubicBezTo>
                  <a:pt x="17623" y="14348"/>
                  <a:pt x="17793" y="15429"/>
                  <a:pt x="18002" y="16510"/>
                </a:cubicBezTo>
                <a:cubicBezTo>
                  <a:pt x="18096" y="17040"/>
                  <a:pt x="18229" y="17590"/>
                  <a:pt x="18362" y="18121"/>
                </a:cubicBezTo>
                <a:cubicBezTo>
                  <a:pt x="18476" y="18557"/>
                  <a:pt x="18627" y="19031"/>
                  <a:pt x="18968" y="19334"/>
                </a:cubicBezTo>
                <a:cubicBezTo>
                  <a:pt x="19197" y="19533"/>
                  <a:pt x="19456" y="19618"/>
                  <a:pt x="19715" y="19618"/>
                </a:cubicBezTo>
                <a:cubicBezTo>
                  <a:pt x="20273" y="19618"/>
                  <a:pt x="20833" y="19220"/>
                  <a:pt x="21092" y="18690"/>
                </a:cubicBezTo>
                <a:cubicBezTo>
                  <a:pt x="21300" y="18178"/>
                  <a:pt x="21338" y="17628"/>
                  <a:pt x="21205" y="17078"/>
                </a:cubicBezTo>
                <a:cubicBezTo>
                  <a:pt x="21111" y="16472"/>
                  <a:pt x="20902" y="15884"/>
                  <a:pt x="20731" y="15277"/>
                </a:cubicBezTo>
                <a:lnTo>
                  <a:pt x="18684" y="7903"/>
                </a:lnTo>
                <a:cubicBezTo>
                  <a:pt x="18514" y="7315"/>
                  <a:pt x="18362" y="6728"/>
                  <a:pt x="18191" y="6102"/>
                </a:cubicBezTo>
                <a:cubicBezTo>
                  <a:pt x="18162" y="6043"/>
                  <a:pt x="18106" y="6015"/>
                  <a:pt x="18051" y="6015"/>
                </a:cubicBezTo>
                <a:cubicBezTo>
                  <a:pt x="17966" y="6015"/>
                  <a:pt x="17884" y="6082"/>
                  <a:pt x="17907" y="6197"/>
                </a:cubicBezTo>
                <a:cubicBezTo>
                  <a:pt x="18589" y="8623"/>
                  <a:pt x="19253" y="11050"/>
                  <a:pt x="19935" y="13476"/>
                </a:cubicBezTo>
                <a:lnTo>
                  <a:pt x="20428" y="15315"/>
                </a:lnTo>
                <a:cubicBezTo>
                  <a:pt x="20599" y="15903"/>
                  <a:pt x="20788" y="16491"/>
                  <a:pt x="20902" y="17078"/>
                </a:cubicBezTo>
                <a:cubicBezTo>
                  <a:pt x="21016" y="17609"/>
                  <a:pt x="21035" y="18216"/>
                  <a:pt x="20750" y="18690"/>
                </a:cubicBezTo>
                <a:cubicBezTo>
                  <a:pt x="20542" y="19050"/>
                  <a:pt x="20144" y="19296"/>
                  <a:pt x="19727" y="19334"/>
                </a:cubicBezTo>
                <a:cubicBezTo>
                  <a:pt x="19253" y="19334"/>
                  <a:pt x="18950" y="18917"/>
                  <a:pt x="18798" y="18519"/>
                </a:cubicBezTo>
                <a:cubicBezTo>
                  <a:pt x="18627" y="18026"/>
                  <a:pt x="18495" y="17533"/>
                  <a:pt x="18400" y="17040"/>
                </a:cubicBezTo>
                <a:cubicBezTo>
                  <a:pt x="18172" y="15979"/>
                  <a:pt x="17983" y="14898"/>
                  <a:pt x="17812" y="13837"/>
                </a:cubicBezTo>
                <a:cubicBezTo>
                  <a:pt x="17452" y="11713"/>
                  <a:pt x="17130" y="9571"/>
                  <a:pt x="16428" y="7524"/>
                </a:cubicBezTo>
                <a:cubicBezTo>
                  <a:pt x="16239" y="7031"/>
                  <a:pt x="16049" y="6538"/>
                  <a:pt x="15822" y="6064"/>
                </a:cubicBezTo>
                <a:cubicBezTo>
                  <a:pt x="15632" y="5590"/>
                  <a:pt x="15386" y="5154"/>
                  <a:pt x="15082" y="4756"/>
                </a:cubicBezTo>
                <a:cubicBezTo>
                  <a:pt x="14841" y="4446"/>
                  <a:pt x="14506" y="4199"/>
                  <a:pt x="14120" y="4199"/>
                </a:cubicBezTo>
                <a:cubicBezTo>
                  <a:pt x="14081" y="4199"/>
                  <a:pt x="14042" y="4201"/>
                  <a:pt x="14002" y="4207"/>
                </a:cubicBezTo>
                <a:cubicBezTo>
                  <a:pt x="13661" y="4282"/>
                  <a:pt x="13395" y="4529"/>
                  <a:pt x="13281" y="4851"/>
                </a:cubicBezTo>
                <a:cubicBezTo>
                  <a:pt x="13149" y="5230"/>
                  <a:pt x="13092" y="5609"/>
                  <a:pt x="13130" y="6007"/>
                </a:cubicBezTo>
                <a:cubicBezTo>
                  <a:pt x="13187" y="6538"/>
                  <a:pt x="13281" y="7088"/>
                  <a:pt x="13395" y="7619"/>
                </a:cubicBezTo>
                <a:cubicBezTo>
                  <a:pt x="13623" y="8794"/>
                  <a:pt x="13907" y="9969"/>
                  <a:pt x="14267" y="11126"/>
                </a:cubicBezTo>
                <a:cubicBezTo>
                  <a:pt x="14608" y="12244"/>
                  <a:pt x="15044" y="13344"/>
                  <a:pt x="15442" y="14443"/>
                </a:cubicBezTo>
                <a:cubicBezTo>
                  <a:pt x="15879" y="15524"/>
                  <a:pt x="16182" y="16642"/>
                  <a:pt x="16333" y="17799"/>
                </a:cubicBezTo>
                <a:cubicBezTo>
                  <a:pt x="16409" y="18329"/>
                  <a:pt x="16390" y="18879"/>
                  <a:pt x="16296" y="19410"/>
                </a:cubicBezTo>
                <a:cubicBezTo>
                  <a:pt x="16277" y="19618"/>
                  <a:pt x="16144" y="19789"/>
                  <a:pt x="15973" y="19884"/>
                </a:cubicBezTo>
                <a:cubicBezTo>
                  <a:pt x="15943" y="19889"/>
                  <a:pt x="15912" y="19892"/>
                  <a:pt x="15882" y="19892"/>
                </a:cubicBezTo>
                <a:cubicBezTo>
                  <a:pt x="15710" y="19892"/>
                  <a:pt x="15558" y="19802"/>
                  <a:pt x="15461" y="19656"/>
                </a:cubicBezTo>
                <a:cubicBezTo>
                  <a:pt x="15329" y="19467"/>
                  <a:pt x="15215" y="19258"/>
                  <a:pt x="15139" y="19031"/>
                </a:cubicBezTo>
                <a:cubicBezTo>
                  <a:pt x="15025" y="18746"/>
                  <a:pt x="14912" y="18481"/>
                  <a:pt x="14817" y="18197"/>
                </a:cubicBezTo>
                <a:cubicBezTo>
                  <a:pt x="14608" y="17628"/>
                  <a:pt x="14419" y="17059"/>
                  <a:pt x="14248" y="16491"/>
                </a:cubicBezTo>
                <a:cubicBezTo>
                  <a:pt x="13888" y="15353"/>
                  <a:pt x="13566" y="14178"/>
                  <a:pt x="13300" y="13003"/>
                </a:cubicBezTo>
                <a:cubicBezTo>
                  <a:pt x="13073" y="12017"/>
                  <a:pt x="12921" y="11031"/>
                  <a:pt x="12694" y="10045"/>
                </a:cubicBezTo>
                <a:cubicBezTo>
                  <a:pt x="12334" y="8377"/>
                  <a:pt x="11822" y="6576"/>
                  <a:pt x="10590" y="5306"/>
                </a:cubicBezTo>
                <a:cubicBezTo>
                  <a:pt x="10305" y="5022"/>
                  <a:pt x="9983" y="4756"/>
                  <a:pt x="9623" y="4548"/>
                </a:cubicBezTo>
                <a:cubicBezTo>
                  <a:pt x="9603" y="4534"/>
                  <a:pt x="9580" y="4528"/>
                  <a:pt x="9558" y="4528"/>
                </a:cubicBezTo>
                <a:cubicBezTo>
                  <a:pt x="9517" y="4528"/>
                  <a:pt x="9477" y="4549"/>
                  <a:pt x="9452" y="4586"/>
                </a:cubicBezTo>
                <a:cubicBezTo>
                  <a:pt x="8978" y="5458"/>
                  <a:pt x="9016" y="6481"/>
                  <a:pt x="9168" y="7448"/>
                </a:cubicBezTo>
                <a:cubicBezTo>
                  <a:pt x="9338" y="8510"/>
                  <a:pt x="9604" y="9571"/>
                  <a:pt x="9869" y="10633"/>
                </a:cubicBezTo>
                <a:cubicBezTo>
                  <a:pt x="10438" y="12832"/>
                  <a:pt x="11101" y="14993"/>
                  <a:pt x="11879" y="17135"/>
                </a:cubicBezTo>
                <a:cubicBezTo>
                  <a:pt x="12182" y="18007"/>
                  <a:pt x="12618" y="19182"/>
                  <a:pt x="11784" y="19922"/>
                </a:cubicBezTo>
                <a:cubicBezTo>
                  <a:pt x="11612" y="20082"/>
                  <a:pt x="11386" y="20166"/>
                  <a:pt x="11158" y="20166"/>
                </a:cubicBezTo>
                <a:cubicBezTo>
                  <a:pt x="11008" y="20166"/>
                  <a:pt x="10858" y="20130"/>
                  <a:pt x="10722" y="20055"/>
                </a:cubicBezTo>
                <a:cubicBezTo>
                  <a:pt x="10400" y="19827"/>
                  <a:pt x="10172" y="19524"/>
                  <a:pt x="10021" y="19182"/>
                </a:cubicBezTo>
                <a:cubicBezTo>
                  <a:pt x="9831" y="18784"/>
                  <a:pt x="9699" y="18367"/>
                  <a:pt x="9585" y="17950"/>
                </a:cubicBezTo>
                <a:lnTo>
                  <a:pt x="9111" y="16244"/>
                </a:lnTo>
                <a:lnTo>
                  <a:pt x="8125" y="12832"/>
                </a:lnTo>
                <a:cubicBezTo>
                  <a:pt x="7822" y="11732"/>
                  <a:pt x="7519" y="10614"/>
                  <a:pt x="7177" y="9514"/>
                </a:cubicBezTo>
                <a:cubicBezTo>
                  <a:pt x="6950" y="8737"/>
                  <a:pt x="6665" y="7903"/>
                  <a:pt x="6059" y="7353"/>
                </a:cubicBezTo>
                <a:cubicBezTo>
                  <a:pt x="5907" y="7221"/>
                  <a:pt x="5737" y="7107"/>
                  <a:pt x="5547" y="7012"/>
                </a:cubicBezTo>
                <a:cubicBezTo>
                  <a:pt x="5534" y="7008"/>
                  <a:pt x="5519" y="7005"/>
                  <a:pt x="5505" y="7005"/>
                </a:cubicBezTo>
                <a:cubicBezTo>
                  <a:pt x="5457" y="7005"/>
                  <a:pt x="5410" y="7030"/>
                  <a:pt x="5395" y="7088"/>
                </a:cubicBezTo>
                <a:cubicBezTo>
                  <a:pt x="5054" y="9041"/>
                  <a:pt x="5661" y="10936"/>
                  <a:pt x="6305" y="12775"/>
                </a:cubicBezTo>
                <a:cubicBezTo>
                  <a:pt x="6628" y="13723"/>
                  <a:pt x="6988" y="14671"/>
                  <a:pt x="7253" y="15638"/>
                </a:cubicBezTo>
                <a:cubicBezTo>
                  <a:pt x="7386" y="16093"/>
                  <a:pt x="7481" y="16566"/>
                  <a:pt x="7537" y="17059"/>
                </a:cubicBezTo>
                <a:cubicBezTo>
                  <a:pt x="7556" y="17457"/>
                  <a:pt x="7481" y="17969"/>
                  <a:pt x="7064" y="18121"/>
                </a:cubicBezTo>
                <a:cubicBezTo>
                  <a:pt x="6994" y="18147"/>
                  <a:pt x="6924" y="18158"/>
                  <a:pt x="6855" y="18158"/>
                </a:cubicBezTo>
                <a:cubicBezTo>
                  <a:pt x="6568" y="18158"/>
                  <a:pt x="6295" y="17959"/>
                  <a:pt x="6097" y="17761"/>
                </a:cubicBezTo>
                <a:cubicBezTo>
                  <a:pt x="5774" y="17438"/>
                  <a:pt x="5547" y="17059"/>
                  <a:pt x="5376" y="16642"/>
                </a:cubicBezTo>
                <a:cubicBezTo>
                  <a:pt x="4959" y="15619"/>
                  <a:pt x="4561" y="14595"/>
                  <a:pt x="4182" y="13571"/>
                </a:cubicBezTo>
                <a:cubicBezTo>
                  <a:pt x="3405" y="11505"/>
                  <a:pt x="2703" y="9401"/>
                  <a:pt x="2059" y="7278"/>
                </a:cubicBezTo>
                <a:cubicBezTo>
                  <a:pt x="1414" y="5154"/>
                  <a:pt x="846" y="3012"/>
                  <a:pt x="334" y="851"/>
                </a:cubicBezTo>
                <a:cubicBezTo>
                  <a:pt x="277" y="586"/>
                  <a:pt x="220" y="320"/>
                  <a:pt x="163" y="55"/>
                </a:cubicBezTo>
                <a:cubicBezTo>
                  <a:pt x="156" y="17"/>
                  <a:pt x="126" y="0"/>
                  <a:pt x="95" y="0"/>
                </a:cubicBezTo>
                <a:close/>
              </a:path>
            </a:pathLst>
          </a:custGeom>
          <a:solidFill>
            <a:srgbClr val="3C8D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BLANK_1_1_1_1_2"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21"/>
          <p:cNvSpPr txBox="1">
            <a:spLocks noGrp="1"/>
          </p:cNvSpPr>
          <p:nvPr>
            <p:ph type="title"/>
          </p:nvPr>
        </p:nvSpPr>
        <p:spPr>
          <a:xfrm>
            <a:off x="1698617" y="1400049"/>
            <a:ext cx="2867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85" name="Google Shape;1185;p21"/>
          <p:cNvSpPr txBox="1">
            <a:spLocks noGrp="1"/>
          </p:cNvSpPr>
          <p:nvPr>
            <p:ph type="subTitle" idx="1"/>
          </p:nvPr>
        </p:nvSpPr>
        <p:spPr>
          <a:xfrm>
            <a:off x="1698617" y="2015470"/>
            <a:ext cx="2867100" cy="91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86" name="Google Shape;1186;p21"/>
          <p:cNvSpPr txBox="1">
            <a:spLocks noGrp="1"/>
          </p:cNvSpPr>
          <p:nvPr>
            <p:ph type="title" idx="2"/>
          </p:nvPr>
        </p:nvSpPr>
        <p:spPr>
          <a:xfrm flipH="1">
            <a:off x="4593236" y="1400049"/>
            <a:ext cx="2867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87" name="Google Shape;1187;p21"/>
          <p:cNvSpPr txBox="1">
            <a:spLocks noGrp="1"/>
          </p:cNvSpPr>
          <p:nvPr>
            <p:ph type="subTitle" idx="3"/>
          </p:nvPr>
        </p:nvSpPr>
        <p:spPr>
          <a:xfrm>
            <a:off x="4593236" y="2015470"/>
            <a:ext cx="2867100" cy="91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88" name="Google Shape;1188;p21"/>
          <p:cNvSpPr txBox="1">
            <a:spLocks noGrp="1"/>
          </p:cNvSpPr>
          <p:nvPr>
            <p:ph type="title" idx="4"/>
          </p:nvPr>
        </p:nvSpPr>
        <p:spPr>
          <a:xfrm>
            <a:off x="1698617" y="3004407"/>
            <a:ext cx="2867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89" name="Google Shape;1189;p21"/>
          <p:cNvSpPr txBox="1">
            <a:spLocks noGrp="1"/>
          </p:cNvSpPr>
          <p:nvPr>
            <p:ph type="subTitle" idx="5"/>
          </p:nvPr>
        </p:nvSpPr>
        <p:spPr>
          <a:xfrm>
            <a:off x="1698617" y="3619626"/>
            <a:ext cx="2867100" cy="91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90" name="Google Shape;1190;p21"/>
          <p:cNvSpPr txBox="1">
            <a:spLocks noGrp="1"/>
          </p:cNvSpPr>
          <p:nvPr>
            <p:ph type="title" idx="6"/>
          </p:nvPr>
        </p:nvSpPr>
        <p:spPr>
          <a:xfrm flipH="1">
            <a:off x="4593236" y="3004407"/>
            <a:ext cx="2867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91" name="Google Shape;1191;p21"/>
          <p:cNvSpPr txBox="1">
            <a:spLocks noGrp="1"/>
          </p:cNvSpPr>
          <p:nvPr>
            <p:ph type="subTitle" idx="7"/>
          </p:nvPr>
        </p:nvSpPr>
        <p:spPr>
          <a:xfrm>
            <a:off x="4593236" y="3619626"/>
            <a:ext cx="2867100" cy="91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92" name="Google Shape;1192;p21"/>
          <p:cNvPicPr preferRelativeResize="0"/>
          <p:nvPr/>
        </p:nvPicPr>
        <p:blipFill>
          <a:blip r:embed="rId2">
            <a:alphaModFix amt="47000"/>
          </a:blip>
          <a:stretch>
            <a:fillRect/>
          </a:stretch>
        </p:blipFill>
        <p:spPr>
          <a:xfrm rot="1331770">
            <a:off x="-1977764" y="3821949"/>
            <a:ext cx="2989902" cy="24682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3" name="Google Shape;1193;p21"/>
          <p:cNvGrpSpPr/>
          <p:nvPr/>
        </p:nvGrpSpPr>
        <p:grpSpPr>
          <a:xfrm rot="-987768">
            <a:off x="-733895" y="3875634"/>
            <a:ext cx="1344359" cy="1995308"/>
            <a:chOff x="272875" y="1527563"/>
            <a:chExt cx="255950" cy="455000"/>
          </a:xfrm>
        </p:grpSpPr>
        <p:sp>
          <p:nvSpPr>
            <p:cNvPr id="1194" name="Google Shape;1194;p21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5" name="Google Shape;1195;p21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6" name="Google Shape;1196;p21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7" name="Google Shape;1197;p21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8" name="Google Shape;1198;p21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9" name="Google Shape;1199;p21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0" name="Google Shape;1200;p21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1" name="Google Shape;1201;p21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2" name="Google Shape;1202;p21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3" name="Google Shape;1203;p21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4" name="Google Shape;1204;p21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5" name="Google Shape;1205;p21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6" name="Google Shape;1206;p21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7" name="Google Shape;1207;p21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8" name="Google Shape;1208;p21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9" name="Google Shape;1209;p21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0" name="Google Shape;1210;p21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1" name="Google Shape;1211;p21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2" name="Google Shape;1212;p21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3" name="Google Shape;1213;p21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4" name="Google Shape;1214;p21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5" name="Google Shape;1215;p21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6" name="Google Shape;1216;p21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7" name="Google Shape;1217;p21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8" name="Google Shape;1218;p21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9" name="Google Shape;1219;p21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0" name="Google Shape;1220;p21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1" name="Google Shape;1221;p21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2" name="Google Shape;1222;p21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3" name="Google Shape;1223;p21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4" name="Google Shape;1224;p21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5" name="Google Shape;1225;p21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6" name="Google Shape;1226;p21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7" name="Google Shape;1227;p21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8" name="Google Shape;1228;p21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1229" name="Google Shape;1229;p21"/>
          <p:cNvPicPr preferRelativeResize="0"/>
          <p:nvPr/>
        </p:nvPicPr>
        <p:blipFill>
          <a:blip r:embed="rId3">
            <a:alphaModFix amt="74000"/>
          </a:blip>
          <a:stretch>
            <a:fillRect/>
          </a:stretch>
        </p:blipFill>
        <p:spPr>
          <a:xfrm flipH="1">
            <a:off x="7809444" y="4139664"/>
            <a:ext cx="2894870" cy="2593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0" name="Google Shape;1230;p21"/>
          <p:cNvPicPr preferRelativeResize="0"/>
          <p:nvPr/>
        </p:nvPicPr>
        <p:blipFill>
          <a:blip r:embed="rId4">
            <a:alphaModFix amt="62000"/>
          </a:blip>
          <a:stretch>
            <a:fillRect/>
          </a:stretch>
        </p:blipFill>
        <p:spPr>
          <a:xfrm rot="9368145" flipH="1">
            <a:off x="-1509155" y="-1246007"/>
            <a:ext cx="2894870" cy="259332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1" name="Google Shape;1231;p21"/>
          <p:cNvGrpSpPr/>
          <p:nvPr/>
        </p:nvGrpSpPr>
        <p:grpSpPr>
          <a:xfrm rot="5400065">
            <a:off x="8667137" y="-1129839"/>
            <a:ext cx="1344377" cy="1995312"/>
            <a:chOff x="272875" y="1527563"/>
            <a:chExt cx="255950" cy="455000"/>
          </a:xfrm>
        </p:grpSpPr>
        <p:sp>
          <p:nvSpPr>
            <p:cNvPr id="1232" name="Google Shape;1232;p21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3" name="Google Shape;1233;p21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4" name="Google Shape;1234;p21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5" name="Google Shape;1235;p21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6" name="Google Shape;1236;p21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7" name="Google Shape;1237;p21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8" name="Google Shape;1238;p21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9" name="Google Shape;1239;p21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0" name="Google Shape;1240;p21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1" name="Google Shape;1241;p21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2" name="Google Shape;1242;p21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3" name="Google Shape;1243;p21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4" name="Google Shape;1244;p21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5" name="Google Shape;1245;p21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6" name="Google Shape;1246;p21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7" name="Google Shape;1247;p21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8" name="Google Shape;1248;p21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9" name="Google Shape;1249;p21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0" name="Google Shape;1250;p21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1" name="Google Shape;1251;p21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2" name="Google Shape;1252;p21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3" name="Google Shape;1253;p21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4" name="Google Shape;1254;p21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5" name="Google Shape;1255;p21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6" name="Google Shape;1256;p21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7" name="Google Shape;1257;p21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8" name="Google Shape;1258;p21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9" name="Google Shape;1259;p21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0" name="Google Shape;1260;p21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1" name="Google Shape;1261;p21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2" name="Google Shape;1262;p21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3" name="Google Shape;1263;p21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4" name="Google Shape;1264;p21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5" name="Google Shape;1265;p21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6" name="Google Shape;1266;p21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1267" name="Google Shape;1267;p21"/>
          <p:cNvPicPr preferRelativeResize="0"/>
          <p:nvPr/>
        </p:nvPicPr>
        <p:blipFill>
          <a:blip r:embed="rId2">
            <a:alphaModFix amt="47000"/>
          </a:blip>
          <a:stretch>
            <a:fillRect/>
          </a:stretch>
        </p:blipFill>
        <p:spPr>
          <a:xfrm rot="-10643014">
            <a:off x="7943421" y="-1509312"/>
            <a:ext cx="2989903" cy="2468227"/>
          </a:xfrm>
          <a:prstGeom prst="rect">
            <a:avLst/>
          </a:prstGeom>
          <a:noFill/>
          <a:ln>
            <a:noFill/>
          </a:ln>
        </p:spPr>
      </p:pic>
      <p:sp>
        <p:nvSpPr>
          <p:cNvPr id="1268" name="Google Shape;1268;p21"/>
          <p:cNvSpPr txBox="1">
            <a:spLocks noGrp="1"/>
          </p:cNvSpPr>
          <p:nvPr>
            <p:ph type="ctrTitle" idx="8"/>
          </p:nvPr>
        </p:nvSpPr>
        <p:spPr>
          <a:xfrm>
            <a:off x="736646" y="373025"/>
            <a:ext cx="7672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269" name="Google Shape;1269;p21"/>
          <p:cNvSpPr/>
          <p:nvPr/>
        </p:nvSpPr>
        <p:spPr>
          <a:xfrm rot="-7373435">
            <a:off x="-1518218" y="3027895"/>
            <a:ext cx="2265005" cy="2165760"/>
          </a:xfrm>
          <a:custGeom>
            <a:avLst/>
            <a:gdLst/>
            <a:ahLst/>
            <a:cxnLst/>
            <a:rect l="l" t="t" r="r" b="b"/>
            <a:pathLst>
              <a:path w="21339" h="20404" extrusionOk="0">
                <a:moveTo>
                  <a:pt x="95" y="0"/>
                </a:moveTo>
                <a:cubicBezTo>
                  <a:pt x="50" y="0"/>
                  <a:pt x="0" y="36"/>
                  <a:pt x="12" y="93"/>
                </a:cubicBezTo>
                <a:cubicBezTo>
                  <a:pt x="485" y="2330"/>
                  <a:pt x="1054" y="4567"/>
                  <a:pt x="1680" y="6766"/>
                </a:cubicBezTo>
                <a:cubicBezTo>
                  <a:pt x="2324" y="8965"/>
                  <a:pt x="3045" y="11126"/>
                  <a:pt x="3822" y="13249"/>
                </a:cubicBezTo>
                <a:cubicBezTo>
                  <a:pt x="4220" y="14330"/>
                  <a:pt x="4618" y="15391"/>
                  <a:pt x="5054" y="16453"/>
                </a:cubicBezTo>
                <a:cubicBezTo>
                  <a:pt x="5225" y="16889"/>
                  <a:pt x="5433" y="17287"/>
                  <a:pt x="5699" y="17666"/>
                </a:cubicBezTo>
                <a:cubicBezTo>
                  <a:pt x="5926" y="17988"/>
                  <a:pt x="6267" y="18216"/>
                  <a:pt x="6646" y="18348"/>
                </a:cubicBezTo>
                <a:cubicBezTo>
                  <a:pt x="6705" y="18361"/>
                  <a:pt x="6764" y="18368"/>
                  <a:pt x="6823" y="18368"/>
                </a:cubicBezTo>
                <a:cubicBezTo>
                  <a:pt x="7107" y="18368"/>
                  <a:pt x="7384" y="18221"/>
                  <a:pt x="7556" y="17969"/>
                </a:cubicBezTo>
                <a:cubicBezTo>
                  <a:pt x="7746" y="17609"/>
                  <a:pt x="7784" y="17173"/>
                  <a:pt x="7708" y="16775"/>
                </a:cubicBezTo>
                <a:cubicBezTo>
                  <a:pt x="7519" y="15770"/>
                  <a:pt x="7253" y="14784"/>
                  <a:pt x="6893" y="13837"/>
                </a:cubicBezTo>
                <a:cubicBezTo>
                  <a:pt x="6248" y="11941"/>
                  <a:pt x="5414" y="9969"/>
                  <a:pt x="5528" y="7922"/>
                </a:cubicBezTo>
                <a:cubicBezTo>
                  <a:pt x="5543" y="7707"/>
                  <a:pt x="5559" y="7504"/>
                  <a:pt x="5594" y="7294"/>
                </a:cubicBezTo>
                <a:lnTo>
                  <a:pt x="5594" y="7294"/>
                </a:lnTo>
                <a:cubicBezTo>
                  <a:pt x="6312" y="7702"/>
                  <a:pt x="6661" y="8502"/>
                  <a:pt x="6893" y="9268"/>
                </a:cubicBezTo>
                <a:cubicBezTo>
                  <a:pt x="7234" y="10349"/>
                  <a:pt x="7519" y="11467"/>
                  <a:pt x="7822" y="12567"/>
                </a:cubicBezTo>
                <a:lnTo>
                  <a:pt x="8789" y="16036"/>
                </a:lnTo>
                <a:cubicBezTo>
                  <a:pt x="8940" y="16604"/>
                  <a:pt x="9111" y="17173"/>
                  <a:pt x="9263" y="17742"/>
                </a:cubicBezTo>
                <a:cubicBezTo>
                  <a:pt x="9376" y="18216"/>
                  <a:pt x="9509" y="18652"/>
                  <a:pt x="9699" y="19107"/>
                </a:cubicBezTo>
                <a:cubicBezTo>
                  <a:pt x="9966" y="19713"/>
                  <a:pt x="10452" y="20404"/>
                  <a:pt x="11172" y="20404"/>
                </a:cubicBezTo>
                <a:cubicBezTo>
                  <a:pt x="11217" y="20404"/>
                  <a:pt x="11263" y="20401"/>
                  <a:pt x="11310" y="20396"/>
                </a:cubicBezTo>
                <a:cubicBezTo>
                  <a:pt x="11708" y="20339"/>
                  <a:pt x="12068" y="20092"/>
                  <a:pt x="12258" y="19732"/>
                </a:cubicBezTo>
                <a:cubicBezTo>
                  <a:pt x="12485" y="19334"/>
                  <a:pt x="12580" y="18860"/>
                  <a:pt x="12504" y="18405"/>
                </a:cubicBezTo>
                <a:cubicBezTo>
                  <a:pt x="12390" y="17855"/>
                  <a:pt x="12239" y="17306"/>
                  <a:pt x="12030" y="16794"/>
                </a:cubicBezTo>
                <a:cubicBezTo>
                  <a:pt x="11841" y="16263"/>
                  <a:pt x="11651" y="15713"/>
                  <a:pt x="11462" y="15183"/>
                </a:cubicBezTo>
                <a:cubicBezTo>
                  <a:pt x="11101" y="14083"/>
                  <a:pt x="10779" y="12965"/>
                  <a:pt x="10457" y="11865"/>
                </a:cubicBezTo>
                <a:cubicBezTo>
                  <a:pt x="10154" y="10766"/>
                  <a:pt x="9869" y="9628"/>
                  <a:pt x="9623" y="8491"/>
                </a:cubicBezTo>
                <a:cubicBezTo>
                  <a:pt x="9414" y="7486"/>
                  <a:pt x="9168" y="6424"/>
                  <a:pt x="9414" y="5420"/>
                </a:cubicBezTo>
                <a:cubicBezTo>
                  <a:pt x="9462" y="5197"/>
                  <a:pt x="9536" y="5002"/>
                  <a:pt x="9626" y="4810"/>
                </a:cubicBezTo>
                <a:lnTo>
                  <a:pt x="9626" y="4810"/>
                </a:lnTo>
                <a:cubicBezTo>
                  <a:pt x="11118" y="5773"/>
                  <a:pt x="11814" y="7472"/>
                  <a:pt x="12239" y="9135"/>
                </a:cubicBezTo>
                <a:cubicBezTo>
                  <a:pt x="12485" y="10026"/>
                  <a:pt x="12637" y="10936"/>
                  <a:pt x="12807" y="11846"/>
                </a:cubicBezTo>
                <a:cubicBezTo>
                  <a:pt x="13035" y="13040"/>
                  <a:pt x="13300" y="14216"/>
                  <a:pt x="13623" y="15391"/>
                </a:cubicBezTo>
                <a:cubicBezTo>
                  <a:pt x="13945" y="16547"/>
                  <a:pt x="14324" y="17723"/>
                  <a:pt x="14741" y="18879"/>
                </a:cubicBezTo>
                <a:cubicBezTo>
                  <a:pt x="14912" y="19315"/>
                  <a:pt x="15063" y="19827"/>
                  <a:pt x="15480" y="20092"/>
                </a:cubicBezTo>
                <a:cubicBezTo>
                  <a:pt x="15595" y="20165"/>
                  <a:pt x="15723" y="20199"/>
                  <a:pt x="15849" y="20199"/>
                </a:cubicBezTo>
                <a:cubicBezTo>
                  <a:pt x="16119" y="20199"/>
                  <a:pt x="16382" y="20042"/>
                  <a:pt x="16485" y="19770"/>
                </a:cubicBezTo>
                <a:cubicBezTo>
                  <a:pt x="16694" y="19334"/>
                  <a:pt x="16675" y="18765"/>
                  <a:pt x="16656" y="18292"/>
                </a:cubicBezTo>
                <a:cubicBezTo>
                  <a:pt x="16637" y="17723"/>
                  <a:pt x="16542" y="17154"/>
                  <a:pt x="16428" y="16585"/>
                </a:cubicBezTo>
                <a:cubicBezTo>
                  <a:pt x="16125" y="15467"/>
                  <a:pt x="15746" y="14348"/>
                  <a:pt x="15291" y="13268"/>
                </a:cubicBezTo>
                <a:cubicBezTo>
                  <a:pt x="14419" y="10993"/>
                  <a:pt x="13793" y="8623"/>
                  <a:pt x="13433" y="6216"/>
                </a:cubicBezTo>
                <a:cubicBezTo>
                  <a:pt x="13360" y="5689"/>
                  <a:pt x="13392" y="4465"/>
                  <a:pt x="14163" y="4465"/>
                </a:cubicBezTo>
                <a:cubicBezTo>
                  <a:pt x="14197" y="4465"/>
                  <a:pt x="14231" y="4467"/>
                  <a:pt x="14267" y="4472"/>
                </a:cubicBezTo>
                <a:cubicBezTo>
                  <a:pt x="14741" y="4548"/>
                  <a:pt x="15025" y="5060"/>
                  <a:pt x="15234" y="5439"/>
                </a:cubicBezTo>
                <a:cubicBezTo>
                  <a:pt x="15499" y="5913"/>
                  <a:pt x="15727" y="6406"/>
                  <a:pt x="15935" y="6898"/>
                </a:cubicBezTo>
                <a:cubicBezTo>
                  <a:pt x="16732" y="8946"/>
                  <a:pt x="17111" y="11107"/>
                  <a:pt x="17452" y="13268"/>
                </a:cubicBezTo>
                <a:cubicBezTo>
                  <a:pt x="17623" y="14348"/>
                  <a:pt x="17793" y="15429"/>
                  <a:pt x="18002" y="16510"/>
                </a:cubicBezTo>
                <a:cubicBezTo>
                  <a:pt x="18096" y="17040"/>
                  <a:pt x="18229" y="17590"/>
                  <a:pt x="18362" y="18121"/>
                </a:cubicBezTo>
                <a:cubicBezTo>
                  <a:pt x="18476" y="18557"/>
                  <a:pt x="18627" y="19031"/>
                  <a:pt x="18968" y="19334"/>
                </a:cubicBezTo>
                <a:cubicBezTo>
                  <a:pt x="19197" y="19533"/>
                  <a:pt x="19456" y="19618"/>
                  <a:pt x="19715" y="19618"/>
                </a:cubicBezTo>
                <a:cubicBezTo>
                  <a:pt x="20273" y="19618"/>
                  <a:pt x="20833" y="19220"/>
                  <a:pt x="21092" y="18690"/>
                </a:cubicBezTo>
                <a:cubicBezTo>
                  <a:pt x="21300" y="18178"/>
                  <a:pt x="21338" y="17628"/>
                  <a:pt x="21205" y="17078"/>
                </a:cubicBezTo>
                <a:cubicBezTo>
                  <a:pt x="21111" y="16472"/>
                  <a:pt x="20902" y="15884"/>
                  <a:pt x="20731" y="15277"/>
                </a:cubicBezTo>
                <a:lnTo>
                  <a:pt x="18684" y="7903"/>
                </a:lnTo>
                <a:cubicBezTo>
                  <a:pt x="18514" y="7315"/>
                  <a:pt x="18362" y="6728"/>
                  <a:pt x="18191" y="6102"/>
                </a:cubicBezTo>
                <a:cubicBezTo>
                  <a:pt x="18162" y="6043"/>
                  <a:pt x="18106" y="6015"/>
                  <a:pt x="18051" y="6015"/>
                </a:cubicBezTo>
                <a:cubicBezTo>
                  <a:pt x="17966" y="6015"/>
                  <a:pt x="17884" y="6082"/>
                  <a:pt x="17907" y="6197"/>
                </a:cubicBezTo>
                <a:cubicBezTo>
                  <a:pt x="18589" y="8623"/>
                  <a:pt x="19253" y="11050"/>
                  <a:pt x="19935" y="13476"/>
                </a:cubicBezTo>
                <a:lnTo>
                  <a:pt x="20428" y="15315"/>
                </a:lnTo>
                <a:cubicBezTo>
                  <a:pt x="20599" y="15903"/>
                  <a:pt x="20788" y="16491"/>
                  <a:pt x="20902" y="17078"/>
                </a:cubicBezTo>
                <a:cubicBezTo>
                  <a:pt x="21016" y="17609"/>
                  <a:pt x="21035" y="18216"/>
                  <a:pt x="20750" y="18690"/>
                </a:cubicBezTo>
                <a:cubicBezTo>
                  <a:pt x="20542" y="19050"/>
                  <a:pt x="20144" y="19296"/>
                  <a:pt x="19727" y="19334"/>
                </a:cubicBezTo>
                <a:cubicBezTo>
                  <a:pt x="19253" y="19334"/>
                  <a:pt x="18950" y="18917"/>
                  <a:pt x="18798" y="18519"/>
                </a:cubicBezTo>
                <a:cubicBezTo>
                  <a:pt x="18627" y="18026"/>
                  <a:pt x="18495" y="17533"/>
                  <a:pt x="18400" y="17040"/>
                </a:cubicBezTo>
                <a:cubicBezTo>
                  <a:pt x="18172" y="15979"/>
                  <a:pt x="17983" y="14898"/>
                  <a:pt x="17812" y="13837"/>
                </a:cubicBezTo>
                <a:cubicBezTo>
                  <a:pt x="17452" y="11713"/>
                  <a:pt x="17130" y="9571"/>
                  <a:pt x="16428" y="7524"/>
                </a:cubicBezTo>
                <a:cubicBezTo>
                  <a:pt x="16239" y="7031"/>
                  <a:pt x="16049" y="6538"/>
                  <a:pt x="15822" y="6064"/>
                </a:cubicBezTo>
                <a:cubicBezTo>
                  <a:pt x="15632" y="5590"/>
                  <a:pt x="15386" y="5154"/>
                  <a:pt x="15082" y="4756"/>
                </a:cubicBezTo>
                <a:cubicBezTo>
                  <a:pt x="14841" y="4446"/>
                  <a:pt x="14506" y="4199"/>
                  <a:pt x="14120" y="4199"/>
                </a:cubicBezTo>
                <a:cubicBezTo>
                  <a:pt x="14081" y="4199"/>
                  <a:pt x="14042" y="4201"/>
                  <a:pt x="14002" y="4207"/>
                </a:cubicBezTo>
                <a:cubicBezTo>
                  <a:pt x="13661" y="4282"/>
                  <a:pt x="13395" y="4529"/>
                  <a:pt x="13281" y="4851"/>
                </a:cubicBezTo>
                <a:cubicBezTo>
                  <a:pt x="13149" y="5230"/>
                  <a:pt x="13092" y="5609"/>
                  <a:pt x="13130" y="6007"/>
                </a:cubicBezTo>
                <a:cubicBezTo>
                  <a:pt x="13187" y="6538"/>
                  <a:pt x="13281" y="7088"/>
                  <a:pt x="13395" y="7619"/>
                </a:cubicBezTo>
                <a:cubicBezTo>
                  <a:pt x="13623" y="8794"/>
                  <a:pt x="13907" y="9969"/>
                  <a:pt x="14267" y="11126"/>
                </a:cubicBezTo>
                <a:cubicBezTo>
                  <a:pt x="14608" y="12244"/>
                  <a:pt x="15044" y="13344"/>
                  <a:pt x="15442" y="14443"/>
                </a:cubicBezTo>
                <a:cubicBezTo>
                  <a:pt x="15879" y="15524"/>
                  <a:pt x="16182" y="16642"/>
                  <a:pt x="16333" y="17799"/>
                </a:cubicBezTo>
                <a:cubicBezTo>
                  <a:pt x="16409" y="18329"/>
                  <a:pt x="16390" y="18879"/>
                  <a:pt x="16296" y="19410"/>
                </a:cubicBezTo>
                <a:cubicBezTo>
                  <a:pt x="16277" y="19618"/>
                  <a:pt x="16144" y="19789"/>
                  <a:pt x="15973" y="19884"/>
                </a:cubicBezTo>
                <a:cubicBezTo>
                  <a:pt x="15943" y="19889"/>
                  <a:pt x="15912" y="19892"/>
                  <a:pt x="15882" y="19892"/>
                </a:cubicBezTo>
                <a:cubicBezTo>
                  <a:pt x="15710" y="19892"/>
                  <a:pt x="15558" y="19802"/>
                  <a:pt x="15461" y="19656"/>
                </a:cubicBezTo>
                <a:cubicBezTo>
                  <a:pt x="15329" y="19467"/>
                  <a:pt x="15215" y="19258"/>
                  <a:pt x="15139" y="19031"/>
                </a:cubicBezTo>
                <a:cubicBezTo>
                  <a:pt x="15025" y="18746"/>
                  <a:pt x="14912" y="18481"/>
                  <a:pt x="14817" y="18197"/>
                </a:cubicBezTo>
                <a:cubicBezTo>
                  <a:pt x="14608" y="17628"/>
                  <a:pt x="14419" y="17059"/>
                  <a:pt x="14248" y="16491"/>
                </a:cubicBezTo>
                <a:cubicBezTo>
                  <a:pt x="13888" y="15353"/>
                  <a:pt x="13566" y="14178"/>
                  <a:pt x="13300" y="13003"/>
                </a:cubicBezTo>
                <a:cubicBezTo>
                  <a:pt x="13073" y="12017"/>
                  <a:pt x="12921" y="11031"/>
                  <a:pt x="12694" y="10045"/>
                </a:cubicBezTo>
                <a:cubicBezTo>
                  <a:pt x="12334" y="8377"/>
                  <a:pt x="11822" y="6576"/>
                  <a:pt x="10590" y="5306"/>
                </a:cubicBezTo>
                <a:cubicBezTo>
                  <a:pt x="10305" y="5022"/>
                  <a:pt x="9983" y="4756"/>
                  <a:pt x="9623" y="4548"/>
                </a:cubicBezTo>
                <a:cubicBezTo>
                  <a:pt x="9603" y="4534"/>
                  <a:pt x="9580" y="4528"/>
                  <a:pt x="9558" y="4528"/>
                </a:cubicBezTo>
                <a:cubicBezTo>
                  <a:pt x="9517" y="4528"/>
                  <a:pt x="9477" y="4549"/>
                  <a:pt x="9452" y="4586"/>
                </a:cubicBezTo>
                <a:cubicBezTo>
                  <a:pt x="8978" y="5458"/>
                  <a:pt x="9016" y="6481"/>
                  <a:pt x="9168" y="7448"/>
                </a:cubicBezTo>
                <a:cubicBezTo>
                  <a:pt x="9338" y="8510"/>
                  <a:pt x="9604" y="9571"/>
                  <a:pt x="9869" y="10633"/>
                </a:cubicBezTo>
                <a:cubicBezTo>
                  <a:pt x="10438" y="12832"/>
                  <a:pt x="11101" y="14993"/>
                  <a:pt x="11879" y="17135"/>
                </a:cubicBezTo>
                <a:cubicBezTo>
                  <a:pt x="12182" y="18007"/>
                  <a:pt x="12618" y="19182"/>
                  <a:pt x="11784" y="19922"/>
                </a:cubicBezTo>
                <a:cubicBezTo>
                  <a:pt x="11612" y="20082"/>
                  <a:pt x="11386" y="20166"/>
                  <a:pt x="11158" y="20166"/>
                </a:cubicBezTo>
                <a:cubicBezTo>
                  <a:pt x="11008" y="20166"/>
                  <a:pt x="10858" y="20130"/>
                  <a:pt x="10722" y="20055"/>
                </a:cubicBezTo>
                <a:cubicBezTo>
                  <a:pt x="10400" y="19827"/>
                  <a:pt x="10172" y="19524"/>
                  <a:pt x="10021" y="19182"/>
                </a:cubicBezTo>
                <a:cubicBezTo>
                  <a:pt x="9831" y="18784"/>
                  <a:pt x="9699" y="18367"/>
                  <a:pt x="9585" y="17950"/>
                </a:cubicBezTo>
                <a:lnTo>
                  <a:pt x="9111" y="16244"/>
                </a:lnTo>
                <a:lnTo>
                  <a:pt x="8125" y="12832"/>
                </a:lnTo>
                <a:cubicBezTo>
                  <a:pt x="7822" y="11732"/>
                  <a:pt x="7519" y="10614"/>
                  <a:pt x="7177" y="9514"/>
                </a:cubicBezTo>
                <a:cubicBezTo>
                  <a:pt x="6950" y="8737"/>
                  <a:pt x="6665" y="7903"/>
                  <a:pt x="6059" y="7353"/>
                </a:cubicBezTo>
                <a:cubicBezTo>
                  <a:pt x="5907" y="7221"/>
                  <a:pt x="5737" y="7107"/>
                  <a:pt x="5547" y="7012"/>
                </a:cubicBezTo>
                <a:cubicBezTo>
                  <a:pt x="5534" y="7008"/>
                  <a:pt x="5519" y="7005"/>
                  <a:pt x="5505" y="7005"/>
                </a:cubicBezTo>
                <a:cubicBezTo>
                  <a:pt x="5457" y="7005"/>
                  <a:pt x="5410" y="7030"/>
                  <a:pt x="5395" y="7088"/>
                </a:cubicBezTo>
                <a:cubicBezTo>
                  <a:pt x="5054" y="9041"/>
                  <a:pt x="5661" y="10936"/>
                  <a:pt x="6305" y="12775"/>
                </a:cubicBezTo>
                <a:cubicBezTo>
                  <a:pt x="6628" y="13723"/>
                  <a:pt x="6988" y="14671"/>
                  <a:pt x="7253" y="15638"/>
                </a:cubicBezTo>
                <a:cubicBezTo>
                  <a:pt x="7386" y="16093"/>
                  <a:pt x="7481" y="16566"/>
                  <a:pt x="7537" y="17059"/>
                </a:cubicBezTo>
                <a:cubicBezTo>
                  <a:pt x="7556" y="17457"/>
                  <a:pt x="7481" y="17969"/>
                  <a:pt x="7064" y="18121"/>
                </a:cubicBezTo>
                <a:cubicBezTo>
                  <a:pt x="6994" y="18147"/>
                  <a:pt x="6924" y="18158"/>
                  <a:pt x="6855" y="18158"/>
                </a:cubicBezTo>
                <a:cubicBezTo>
                  <a:pt x="6568" y="18158"/>
                  <a:pt x="6295" y="17959"/>
                  <a:pt x="6097" y="17761"/>
                </a:cubicBezTo>
                <a:cubicBezTo>
                  <a:pt x="5774" y="17438"/>
                  <a:pt x="5547" y="17059"/>
                  <a:pt x="5376" y="16642"/>
                </a:cubicBezTo>
                <a:cubicBezTo>
                  <a:pt x="4959" y="15619"/>
                  <a:pt x="4561" y="14595"/>
                  <a:pt x="4182" y="13571"/>
                </a:cubicBezTo>
                <a:cubicBezTo>
                  <a:pt x="3405" y="11505"/>
                  <a:pt x="2703" y="9401"/>
                  <a:pt x="2059" y="7278"/>
                </a:cubicBezTo>
                <a:cubicBezTo>
                  <a:pt x="1414" y="5154"/>
                  <a:pt x="846" y="3012"/>
                  <a:pt x="334" y="851"/>
                </a:cubicBezTo>
                <a:cubicBezTo>
                  <a:pt x="277" y="586"/>
                  <a:pt x="220" y="320"/>
                  <a:pt x="163" y="55"/>
                </a:cubicBezTo>
                <a:cubicBezTo>
                  <a:pt x="156" y="17"/>
                  <a:pt x="126" y="0"/>
                  <a:pt x="95" y="0"/>
                </a:cubicBezTo>
                <a:close/>
              </a:path>
            </a:pathLst>
          </a:custGeom>
          <a:solidFill>
            <a:srgbClr val="3C8D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">
  <p:cSld name="BLANK_1_1_1_2_1_1">
    <p:spTree>
      <p:nvGrpSpPr>
        <p:cNvPr id="1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1" name="Google Shape;1271;p22"/>
          <p:cNvPicPr preferRelativeResize="0"/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 rot="-2343514" flipH="1">
            <a:off x="-1156226" y="-1467160"/>
            <a:ext cx="3297389" cy="2276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2" name="Google Shape;1272;p22"/>
          <p:cNvPicPr preferRelativeResize="0"/>
          <p:nvPr/>
        </p:nvPicPr>
        <p:blipFill>
          <a:blip r:embed="rId3">
            <a:alphaModFix amt="74000"/>
          </a:blip>
          <a:stretch>
            <a:fillRect/>
          </a:stretch>
        </p:blipFill>
        <p:spPr>
          <a:xfrm rot="-10162003" flipH="1">
            <a:off x="-1091107" y="-1133759"/>
            <a:ext cx="2894871" cy="25933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73" name="Google Shape;1273;p22"/>
          <p:cNvGrpSpPr/>
          <p:nvPr/>
        </p:nvGrpSpPr>
        <p:grpSpPr>
          <a:xfrm rot="-8099954">
            <a:off x="25750" y="-768875"/>
            <a:ext cx="1344367" cy="1995327"/>
            <a:chOff x="272875" y="1527563"/>
            <a:chExt cx="255950" cy="455000"/>
          </a:xfrm>
        </p:grpSpPr>
        <p:sp>
          <p:nvSpPr>
            <p:cNvPr id="1274" name="Google Shape;1274;p22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5" name="Google Shape;1275;p22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6" name="Google Shape;1276;p22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7" name="Google Shape;1277;p22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8" name="Google Shape;1278;p22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9" name="Google Shape;1279;p22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0" name="Google Shape;1280;p22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1" name="Google Shape;1281;p22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2" name="Google Shape;1282;p22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3" name="Google Shape;1283;p22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4" name="Google Shape;1284;p22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5" name="Google Shape;1285;p22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6" name="Google Shape;1286;p22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7" name="Google Shape;1287;p22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8" name="Google Shape;1288;p22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9" name="Google Shape;1289;p22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0" name="Google Shape;1290;p22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1" name="Google Shape;1291;p22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2" name="Google Shape;1292;p22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3" name="Google Shape;1293;p22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4" name="Google Shape;1294;p22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5" name="Google Shape;1295;p22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6" name="Google Shape;1296;p22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7" name="Google Shape;1297;p22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8" name="Google Shape;1298;p22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9" name="Google Shape;1299;p22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0" name="Google Shape;1300;p22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1" name="Google Shape;1301;p22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2" name="Google Shape;1302;p22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3" name="Google Shape;1303;p22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4" name="Google Shape;1304;p22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5" name="Google Shape;1305;p22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6" name="Google Shape;1306;p22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7" name="Google Shape;1307;p22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08" name="Google Shape;1308;p22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1309" name="Google Shape;1309;p22"/>
          <p:cNvPicPr preferRelativeResize="0"/>
          <p:nvPr/>
        </p:nvPicPr>
        <p:blipFill>
          <a:blip r:embed="rId3">
            <a:alphaModFix amt="74000"/>
          </a:blip>
          <a:stretch>
            <a:fillRect/>
          </a:stretch>
        </p:blipFill>
        <p:spPr>
          <a:xfrm rot="-6814727" flipH="1">
            <a:off x="7454267" y="-1182806"/>
            <a:ext cx="2894871" cy="2593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0" name="Google Shape;1310;p22"/>
          <p:cNvPicPr preferRelativeResize="0"/>
          <p:nvPr/>
        </p:nvPicPr>
        <p:blipFill>
          <a:blip r:embed="rId4">
            <a:alphaModFix amt="76000"/>
          </a:blip>
          <a:stretch>
            <a:fillRect/>
          </a:stretch>
        </p:blipFill>
        <p:spPr>
          <a:xfrm rot="-1136126">
            <a:off x="4365128" y="4231553"/>
            <a:ext cx="7605805" cy="28323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1" name="Google Shape;1311;p22"/>
          <p:cNvGrpSpPr/>
          <p:nvPr/>
        </p:nvGrpSpPr>
        <p:grpSpPr>
          <a:xfrm rot="3618644">
            <a:off x="7686877" y="3841497"/>
            <a:ext cx="1344356" cy="2469645"/>
            <a:chOff x="272875" y="1419395"/>
            <a:chExt cx="255950" cy="563168"/>
          </a:xfrm>
        </p:grpSpPr>
        <p:sp>
          <p:nvSpPr>
            <p:cNvPr id="1312" name="Google Shape;1312;p22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3" name="Google Shape;1313;p22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4" name="Google Shape;1314;p22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5" name="Google Shape;1315;p22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6" name="Google Shape;1316;p22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7" name="Google Shape;1317;p22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8" name="Google Shape;1318;p22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19" name="Google Shape;1319;p22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0" name="Google Shape;1320;p22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1" name="Google Shape;1321;p22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2" name="Google Shape;1322;p22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3" name="Google Shape;1323;p22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4" name="Google Shape;1324;p22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5" name="Google Shape;1325;p22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6" name="Google Shape;1326;p22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7" name="Google Shape;1327;p22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8" name="Google Shape;1328;p22"/>
            <p:cNvSpPr/>
            <p:nvPr/>
          </p:nvSpPr>
          <p:spPr>
            <a:xfrm>
              <a:off x="369050" y="1615955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29" name="Google Shape;1329;p22"/>
            <p:cNvSpPr/>
            <p:nvPr/>
          </p:nvSpPr>
          <p:spPr>
            <a:xfrm>
              <a:off x="490635" y="1582215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0" name="Google Shape;1330;p22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1" name="Google Shape;1331;p22"/>
            <p:cNvSpPr/>
            <p:nvPr/>
          </p:nvSpPr>
          <p:spPr>
            <a:xfrm>
              <a:off x="438343" y="1487068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2" name="Google Shape;1332;p22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3" name="Google Shape;1333;p22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4" name="Google Shape;1334;p22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5" name="Google Shape;1335;p22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6" name="Google Shape;1336;p22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7" name="Google Shape;1337;p22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8" name="Google Shape;1338;p22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9" name="Google Shape;1339;p22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0" name="Google Shape;1340;p22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1" name="Google Shape;1341;p22"/>
            <p:cNvSpPr/>
            <p:nvPr/>
          </p:nvSpPr>
          <p:spPr>
            <a:xfrm>
              <a:off x="360075" y="195388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2" name="Google Shape;1342;p22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3" name="Google Shape;1343;p22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4" name="Google Shape;1344;p22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5" name="Google Shape;1345;p22"/>
            <p:cNvSpPr/>
            <p:nvPr/>
          </p:nvSpPr>
          <p:spPr>
            <a:xfrm>
              <a:off x="394558" y="1560904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6" name="Google Shape;1346;p22"/>
            <p:cNvSpPr/>
            <p:nvPr/>
          </p:nvSpPr>
          <p:spPr>
            <a:xfrm>
              <a:off x="418850" y="1419395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347" name="Google Shape;1347;p22"/>
          <p:cNvSpPr txBox="1">
            <a:spLocks noGrp="1"/>
          </p:cNvSpPr>
          <p:nvPr>
            <p:ph type="title"/>
          </p:nvPr>
        </p:nvSpPr>
        <p:spPr>
          <a:xfrm>
            <a:off x="730325" y="3530302"/>
            <a:ext cx="2336400" cy="4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48" name="Google Shape;1348;p22"/>
          <p:cNvSpPr txBox="1">
            <a:spLocks noGrp="1"/>
          </p:cNvSpPr>
          <p:nvPr>
            <p:ph type="subTitle" idx="1"/>
          </p:nvPr>
        </p:nvSpPr>
        <p:spPr>
          <a:xfrm>
            <a:off x="730325" y="3915850"/>
            <a:ext cx="2336400" cy="7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49" name="Google Shape;1349;p22"/>
          <p:cNvSpPr txBox="1">
            <a:spLocks noGrp="1"/>
          </p:cNvSpPr>
          <p:nvPr>
            <p:ph type="title" idx="2"/>
          </p:nvPr>
        </p:nvSpPr>
        <p:spPr>
          <a:xfrm>
            <a:off x="3405326" y="3530302"/>
            <a:ext cx="2336400" cy="4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50" name="Google Shape;1350;p22"/>
          <p:cNvSpPr txBox="1">
            <a:spLocks noGrp="1"/>
          </p:cNvSpPr>
          <p:nvPr>
            <p:ph type="subTitle" idx="3"/>
          </p:nvPr>
        </p:nvSpPr>
        <p:spPr>
          <a:xfrm>
            <a:off x="3405326" y="3915850"/>
            <a:ext cx="2336400" cy="7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51" name="Google Shape;1351;p22"/>
          <p:cNvSpPr txBox="1">
            <a:spLocks noGrp="1"/>
          </p:cNvSpPr>
          <p:nvPr>
            <p:ph type="title" idx="4"/>
          </p:nvPr>
        </p:nvSpPr>
        <p:spPr>
          <a:xfrm>
            <a:off x="6076283" y="3530302"/>
            <a:ext cx="2336400" cy="4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52" name="Google Shape;1352;p22"/>
          <p:cNvSpPr txBox="1">
            <a:spLocks noGrp="1"/>
          </p:cNvSpPr>
          <p:nvPr>
            <p:ph type="subTitle" idx="5"/>
          </p:nvPr>
        </p:nvSpPr>
        <p:spPr>
          <a:xfrm>
            <a:off x="6076283" y="3915850"/>
            <a:ext cx="2336400" cy="7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53" name="Google Shape;1353;p22"/>
          <p:cNvSpPr txBox="1">
            <a:spLocks noGrp="1"/>
          </p:cNvSpPr>
          <p:nvPr>
            <p:ph type="ctrTitle" idx="6"/>
          </p:nvPr>
        </p:nvSpPr>
        <p:spPr>
          <a:xfrm>
            <a:off x="736646" y="373025"/>
            <a:ext cx="7672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54" name="Google Shape;1354;p22"/>
          <p:cNvSpPr txBox="1">
            <a:spLocks noGrp="1"/>
          </p:cNvSpPr>
          <p:nvPr>
            <p:ph type="title" idx="7"/>
          </p:nvPr>
        </p:nvSpPr>
        <p:spPr>
          <a:xfrm>
            <a:off x="730325" y="1813595"/>
            <a:ext cx="2336400" cy="4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55" name="Google Shape;1355;p22"/>
          <p:cNvSpPr txBox="1">
            <a:spLocks noGrp="1"/>
          </p:cNvSpPr>
          <p:nvPr>
            <p:ph type="subTitle" idx="8"/>
          </p:nvPr>
        </p:nvSpPr>
        <p:spPr>
          <a:xfrm>
            <a:off x="730325" y="2195913"/>
            <a:ext cx="2336400" cy="7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56" name="Google Shape;1356;p22"/>
          <p:cNvSpPr txBox="1">
            <a:spLocks noGrp="1"/>
          </p:cNvSpPr>
          <p:nvPr>
            <p:ph type="title" idx="9"/>
          </p:nvPr>
        </p:nvSpPr>
        <p:spPr>
          <a:xfrm>
            <a:off x="3405326" y="1813595"/>
            <a:ext cx="2336400" cy="4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57" name="Google Shape;1357;p22"/>
          <p:cNvSpPr txBox="1">
            <a:spLocks noGrp="1"/>
          </p:cNvSpPr>
          <p:nvPr>
            <p:ph type="subTitle" idx="13"/>
          </p:nvPr>
        </p:nvSpPr>
        <p:spPr>
          <a:xfrm>
            <a:off x="3405326" y="2195913"/>
            <a:ext cx="2336400" cy="7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58" name="Google Shape;1358;p22"/>
          <p:cNvSpPr txBox="1">
            <a:spLocks noGrp="1"/>
          </p:cNvSpPr>
          <p:nvPr>
            <p:ph type="title" idx="14"/>
          </p:nvPr>
        </p:nvSpPr>
        <p:spPr>
          <a:xfrm>
            <a:off x="6076283" y="1813595"/>
            <a:ext cx="2336400" cy="4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59" name="Google Shape;1359;p22"/>
          <p:cNvSpPr txBox="1">
            <a:spLocks noGrp="1"/>
          </p:cNvSpPr>
          <p:nvPr>
            <p:ph type="subTitle" idx="15"/>
          </p:nvPr>
        </p:nvSpPr>
        <p:spPr>
          <a:xfrm>
            <a:off x="6076283" y="2195913"/>
            <a:ext cx="2336400" cy="7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BLANK_1_1_1_1_1">
    <p:spTree>
      <p:nvGrpSpPr>
        <p:cNvPr id="1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1" name="Google Shape;1361;p23"/>
          <p:cNvPicPr preferRelativeResize="0"/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 rot="-2343514" flipH="1">
            <a:off x="-1641553" y="-1719908"/>
            <a:ext cx="3297389" cy="22766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62" name="Google Shape;1362;p23"/>
          <p:cNvGrpSpPr/>
          <p:nvPr/>
        </p:nvGrpSpPr>
        <p:grpSpPr>
          <a:xfrm rot="-8099954">
            <a:off x="-459577" y="-1021623"/>
            <a:ext cx="1344367" cy="1995327"/>
            <a:chOff x="272875" y="1527563"/>
            <a:chExt cx="255950" cy="455000"/>
          </a:xfrm>
        </p:grpSpPr>
        <p:sp>
          <p:nvSpPr>
            <p:cNvPr id="1363" name="Google Shape;1363;p23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4" name="Google Shape;1364;p23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5" name="Google Shape;1365;p23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6" name="Google Shape;1366;p23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7" name="Google Shape;1367;p23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8" name="Google Shape;1368;p23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9" name="Google Shape;1369;p23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0" name="Google Shape;1370;p23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1" name="Google Shape;1371;p23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2" name="Google Shape;1372;p23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3" name="Google Shape;1373;p23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4" name="Google Shape;1374;p23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5" name="Google Shape;1375;p23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6" name="Google Shape;1376;p23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7" name="Google Shape;1377;p23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8" name="Google Shape;1378;p23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9" name="Google Shape;1379;p23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0" name="Google Shape;1380;p23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1" name="Google Shape;1381;p23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2" name="Google Shape;1382;p23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3" name="Google Shape;1383;p23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4" name="Google Shape;1384;p23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5" name="Google Shape;1385;p23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6" name="Google Shape;1386;p23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7" name="Google Shape;1387;p23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8" name="Google Shape;1388;p23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9" name="Google Shape;1389;p23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0" name="Google Shape;1390;p23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1" name="Google Shape;1391;p23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2" name="Google Shape;1392;p23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3" name="Google Shape;1393;p23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4" name="Google Shape;1394;p23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5" name="Google Shape;1395;p23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6" name="Google Shape;1396;p23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7" name="Google Shape;1397;p23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1398" name="Google Shape;1398;p23"/>
          <p:cNvPicPr preferRelativeResize="0"/>
          <p:nvPr/>
        </p:nvPicPr>
        <p:blipFill>
          <a:blip r:embed="rId3">
            <a:alphaModFix amt="74000"/>
          </a:blip>
          <a:stretch>
            <a:fillRect/>
          </a:stretch>
        </p:blipFill>
        <p:spPr>
          <a:xfrm rot="4990199" flipH="1">
            <a:off x="-1127360" y="4108621"/>
            <a:ext cx="2894870" cy="2593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9" name="Google Shape;1399;p23"/>
          <p:cNvPicPr preferRelativeResize="0"/>
          <p:nvPr/>
        </p:nvPicPr>
        <p:blipFill>
          <a:blip r:embed="rId4">
            <a:alphaModFix amt="74000"/>
          </a:blip>
          <a:stretch>
            <a:fillRect/>
          </a:stretch>
        </p:blipFill>
        <p:spPr>
          <a:xfrm rot="4990199" flipH="1">
            <a:off x="7307615" y="-922016"/>
            <a:ext cx="2894870" cy="2593321"/>
          </a:xfrm>
          <a:prstGeom prst="rect">
            <a:avLst/>
          </a:prstGeom>
          <a:noFill/>
          <a:ln>
            <a:noFill/>
          </a:ln>
        </p:spPr>
      </p:pic>
      <p:sp>
        <p:nvSpPr>
          <p:cNvPr id="1400" name="Google Shape;1400;p23"/>
          <p:cNvSpPr txBox="1">
            <a:spLocks noGrp="1"/>
          </p:cNvSpPr>
          <p:nvPr>
            <p:ph type="ctrTitle"/>
          </p:nvPr>
        </p:nvSpPr>
        <p:spPr>
          <a:xfrm>
            <a:off x="736646" y="373025"/>
            <a:ext cx="7672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01" name="Google Shape;1401;p23"/>
          <p:cNvSpPr/>
          <p:nvPr/>
        </p:nvSpPr>
        <p:spPr>
          <a:xfrm rot="231922" flipH="1">
            <a:off x="7473457" y="-6437207"/>
            <a:ext cx="4623938" cy="7256951"/>
          </a:xfrm>
          <a:custGeom>
            <a:avLst/>
            <a:gdLst/>
            <a:ahLst/>
            <a:cxnLst/>
            <a:rect l="l" t="t" r="r" b="b"/>
            <a:pathLst>
              <a:path w="55812" h="94461" extrusionOk="0">
                <a:moveTo>
                  <a:pt x="36054" y="83719"/>
                </a:moveTo>
                <a:cubicBezTo>
                  <a:pt x="36059" y="85810"/>
                  <a:pt x="36230" y="87883"/>
                  <a:pt x="36585" y="89937"/>
                </a:cubicBezTo>
                <a:cubicBezTo>
                  <a:pt x="36680" y="90449"/>
                  <a:pt x="36775" y="90942"/>
                  <a:pt x="36888" y="91454"/>
                </a:cubicBezTo>
                <a:cubicBezTo>
                  <a:pt x="36926" y="91719"/>
                  <a:pt x="37002" y="91984"/>
                  <a:pt x="37059" y="92250"/>
                </a:cubicBezTo>
                <a:cubicBezTo>
                  <a:pt x="37097" y="92439"/>
                  <a:pt x="37305" y="92856"/>
                  <a:pt x="37211" y="93046"/>
                </a:cubicBezTo>
                <a:cubicBezTo>
                  <a:pt x="37154" y="93160"/>
                  <a:pt x="36831" y="93255"/>
                  <a:pt x="36718" y="93311"/>
                </a:cubicBezTo>
                <a:cubicBezTo>
                  <a:pt x="36509" y="93425"/>
                  <a:pt x="36282" y="93539"/>
                  <a:pt x="36035" y="93634"/>
                </a:cubicBezTo>
                <a:cubicBezTo>
                  <a:pt x="35599" y="93804"/>
                  <a:pt x="35144" y="93937"/>
                  <a:pt x="34689" y="93994"/>
                </a:cubicBezTo>
                <a:cubicBezTo>
                  <a:pt x="34597" y="94004"/>
                  <a:pt x="34505" y="94009"/>
                  <a:pt x="34414" y="94009"/>
                </a:cubicBezTo>
                <a:cubicBezTo>
                  <a:pt x="33623" y="94009"/>
                  <a:pt x="32889" y="93638"/>
                  <a:pt x="32566" y="92856"/>
                </a:cubicBezTo>
                <a:cubicBezTo>
                  <a:pt x="32244" y="92041"/>
                  <a:pt x="32471" y="91093"/>
                  <a:pt x="32756" y="90297"/>
                </a:cubicBezTo>
                <a:cubicBezTo>
                  <a:pt x="33362" y="88572"/>
                  <a:pt x="34234" y="86923"/>
                  <a:pt x="35125" y="85331"/>
                </a:cubicBezTo>
                <a:cubicBezTo>
                  <a:pt x="35426" y="84788"/>
                  <a:pt x="35736" y="84251"/>
                  <a:pt x="36054" y="83719"/>
                </a:cubicBezTo>
                <a:close/>
                <a:moveTo>
                  <a:pt x="43850" y="72899"/>
                </a:moveTo>
                <a:cubicBezTo>
                  <a:pt x="43926" y="74041"/>
                  <a:pt x="43988" y="75183"/>
                  <a:pt x="44035" y="76326"/>
                </a:cubicBezTo>
                <a:cubicBezTo>
                  <a:pt x="44111" y="78487"/>
                  <a:pt x="44149" y="80629"/>
                  <a:pt x="44130" y="82790"/>
                </a:cubicBezTo>
                <a:cubicBezTo>
                  <a:pt x="44111" y="83871"/>
                  <a:pt x="44092" y="84970"/>
                  <a:pt x="44054" y="86051"/>
                </a:cubicBezTo>
                <a:cubicBezTo>
                  <a:pt x="44016" y="87037"/>
                  <a:pt x="44092" y="88117"/>
                  <a:pt x="43864" y="89065"/>
                </a:cubicBezTo>
                <a:cubicBezTo>
                  <a:pt x="43789" y="89463"/>
                  <a:pt x="43599" y="89823"/>
                  <a:pt x="43334" y="90127"/>
                </a:cubicBezTo>
                <a:cubicBezTo>
                  <a:pt x="43194" y="90249"/>
                  <a:pt x="43052" y="90301"/>
                  <a:pt x="42914" y="90301"/>
                </a:cubicBezTo>
                <a:cubicBezTo>
                  <a:pt x="42585" y="90301"/>
                  <a:pt x="42287" y="90001"/>
                  <a:pt x="42139" y="89653"/>
                </a:cubicBezTo>
                <a:cubicBezTo>
                  <a:pt x="41874" y="88970"/>
                  <a:pt x="41760" y="88193"/>
                  <a:pt x="41609" y="87473"/>
                </a:cubicBezTo>
                <a:cubicBezTo>
                  <a:pt x="41324" y="86165"/>
                  <a:pt x="41021" y="84724"/>
                  <a:pt x="40149" y="83643"/>
                </a:cubicBezTo>
                <a:cubicBezTo>
                  <a:pt x="39770" y="83169"/>
                  <a:pt x="39277" y="82809"/>
                  <a:pt x="38708" y="82582"/>
                </a:cubicBezTo>
                <a:cubicBezTo>
                  <a:pt x="38695" y="82577"/>
                  <a:pt x="38683" y="82574"/>
                  <a:pt x="38671" y="82574"/>
                </a:cubicBezTo>
                <a:cubicBezTo>
                  <a:pt x="38594" y="82574"/>
                  <a:pt x="38540" y="82668"/>
                  <a:pt x="38557" y="82733"/>
                </a:cubicBezTo>
                <a:cubicBezTo>
                  <a:pt x="38917" y="84667"/>
                  <a:pt x="39277" y="86601"/>
                  <a:pt x="39618" y="88534"/>
                </a:cubicBezTo>
                <a:lnTo>
                  <a:pt x="40149" y="91397"/>
                </a:lnTo>
                <a:cubicBezTo>
                  <a:pt x="40263" y="92136"/>
                  <a:pt x="40452" y="92875"/>
                  <a:pt x="40187" y="93596"/>
                </a:cubicBezTo>
                <a:cubicBezTo>
                  <a:pt x="40092" y="93861"/>
                  <a:pt x="39921" y="94183"/>
                  <a:pt x="39618" y="94240"/>
                </a:cubicBezTo>
                <a:cubicBezTo>
                  <a:pt x="39604" y="94243"/>
                  <a:pt x="39590" y="94244"/>
                  <a:pt x="39576" y="94244"/>
                </a:cubicBezTo>
                <a:cubicBezTo>
                  <a:pt x="39294" y="94244"/>
                  <a:pt x="39081" y="93717"/>
                  <a:pt x="38955" y="93482"/>
                </a:cubicBezTo>
                <a:cubicBezTo>
                  <a:pt x="38670" y="92856"/>
                  <a:pt x="38462" y="92193"/>
                  <a:pt x="38348" y="91511"/>
                </a:cubicBezTo>
                <a:cubicBezTo>
                  <a:pt x="38083" y="90146"/>
                  <a:pt x="38045" y="88762"/>
                  <a:pt x="37855" y="87397"/>
                </a:cubicBezTo>
                <a:cubicBezTo>
                  <a:pt x="37647" y="85994"/>
                  <a:pt x="37230" y="84610"/>
                  <a:pt x="36244" y="83549"/>
                </a:cubicBezTo>
                <a:cubicBezTo>
                  <a:pt x="36227" y="83526"/>
                  <a:pt x="36203" y="83515"/>
                  <a:pt x="36178" y="83514"/>
                </a:cubicBezTo>
                <a:lnTo>
                  <a:pt x="36178" y="83514"/>
                </a:lnTo>
                <a:cubicBezTo>
                  <a:pt x="38436" y="79777"/>
                  <a:pt x="41102" y="76305"/>
                  <a:pt x="43850" y="72899"/>
                </a:cubicBezTo>
                <a:close/>
                <a:moveTo>
                  <a:pt x="124" y="0"/>
                </a:moveTo>
                <a:cubicBezTo>
                  <a:pt x="60" y="0"/>
                  <a:pt x="1" y="49"/>
                  <a:pt x="36" y="119"/>
                </a:cubicBezTo>
                <a:lnTo>
                  <a:pt x="17" y="119"/>
                </a:lnTo>
                <a:cubicBezTo>
                  <a:pt x="2955" y="8498"/>
                  <a:pt x="5989" y="16839"/>
                  <a:pt x="9135" y="25123"/>
                </a:cubicBezTo>
                <a:cubicBezTo>
                  <a:pt x="9894" y="27152"/>
                  <a:pt x="10671" y="29180"/>
                  <a:pt x="11467" y="31208"/>
                </a:cubicBezTo>
                <a:cubicBezTo>
                  <a:pt x="12168" y="33028"/>
                  <a:pt x="12794" y="34905"/>
                  <a:pt x="13647" y="36649"/>
                </a:cubicBezTo>
                <a:cubicBezTo>
                  <a:pt x="14292" y="37976"/>
                  <a:pt x="15221" y="39246"/>
                  <a:pt x="16623" y="39796"/>
                </a:cubicBezTo>
                <a:cubicBezTo>
                  <a:pt x="17283" y="40054"/>
                  <a:pt x="17979" y="40142"/>
                  <a:pt x="18690" y="40142"/>
                </a:cubicBezTo>
                <a:cubicBezTo>
                  <a:pt x="19959" y="40142"/>
                  <a:pt x="21272" y="39862"/>
                  <a:pt x="22500" y="39777"/>
                </a:cubicBezTo>
                <a:cubicBezTo>
                  <a:pt x="23246" y="39726"/>
                  <a:pt x="23995" y="39701"/>
                  <a:pt x="24747" y="39701"/>
                </a:cubicBezTo>
                <a:cubicBezTo>
                  <a:pt x="26249" y="39701"/>
                  <a:pt x="27757" y="39802"/>
                  <a:pt x="29249" y="40004"/>
                </a:cubicBezTo>
                <a:cubicBezTo>
                  <a:pt x="31106" y="40270"/>
                  <a:pt x="33021" y="40668"/>
                  <a:pt x="34727" y="41502"/>
                </a:cubicBezTo>
                <a:cubicBezTo>
                  <a:pt x="36433" y="42317"/>
                  <a:pt x="37836" y="43682"/>
                  <a:pt x="38708" y="45350"/>
                </a:cubicBezTo>
                <a:cubicBezTo>
                  <a:pt x="39580" y="46981"/>
                  <a:pt x="40054" y="48782"/>
                  <a:pt x="40471" y="50545"/>
                </a:cubicBezTo>
                <a:cubicBezTo>
                  <a:pt x="42179" y="57664"/>
                  <a:pt x="43282" y="64918"/>
                  <a:pt x="43803" y="72216"/>
                </a:cubicBezTo>
                <a:lnTo>
                  <a:pt x="43803" y="72216"/>
                </a:lnTo>
                <a:cubicBezTo>
                  <a:pt x="43494" y="72599"/>
                  <a:pt x="43186" y="72983"/>
                  <a:pt x="42879" y="73369"/>
                </a:cubicBezTo>
                <a:cubicBezTo>
                  <a:pt x="40831" y="75966"/>
                  <a:pt x="38822" y="78601"/>
                  <a:pt x="37021" y="81387"/>
                </a:cubicBezTo>
                <a:cubicBezTo>
                  <a:pt x="35277" y="84098"/>
                  <a:pt x="33571" y="87018"/>
                  <a:pt x="32471" y="90070"/>
                </a:cubicBezTo>
                <a:cubicBezTo>
                  <a:pt x="31997" y="91359"/>
                  <a:pt x="31770" y="93198"/>
                  <a:pt x="33154" y="94013"/>
                </a:cubicBezTo>
                <a:cubicBezTo>
                  <a:pt x="33534" y="94235"/>
                  <a:pt x="33946" y="94326"/>
                  <a:pt x="34367" y="94326"/>
                </a:cubicBezTo>
                <a:cubicBezTo>
                  <a:pt x="35456" y="94326"/>
                  <a:pt x="36609" y="93717"/>
                  <a:pt x="37457" y="93198"/>
                </a:cubicBezTo>
                <a:cubicBezTo>
                  <a:pt x="37514" y="93160"/>
                  <a:pt x="37533" y="93103"/>
                  <a:pt x="37514" y="93046"/>
                </a:cubicBezTo>
                <a:cubicBezTo>
                  <a:pt x="36725" y="90076"/>
                  <a:pt x="36309" y="87016"/>
                  <a:pt x="36300" y="83937"/>
                </a:cubicBezTo>
                <a:lnTo>
                  <a:pt x="36300" y="83937"/>
                </a:lnTo>
                <a:cubicBezTo>
                  <a:pt x="38208" y="86250"/>
                  <a:pt x="37579" y="89653"/>
                  <a:pt x="38348" y="92383"/>
                </a:cubicBezTo>
                <a:cubicBezTo>
                  <a:pt x="38500" y="93065"/>
                  <a:pt x="38803" y="93710"/>
                  <a:pt x="39201" y="94297"/>
                </a:cubicBezTo>
                <a:cubicBezTo>
                  <a:pt x="39289" y="94413"/>
                  <a:pt x="39407" y="94460"/>
                  <a:pt x="39532" y="94460"/>
                </a:cubicBezTo>
                <a:cubicBezTo>
                  <a:pt x="39756" y="94460"/>
                  <a:pt x="40003" y="94309"/>
                  <a:pt x="40149" y="94127"/>
                </a:cubicBezTo>
                <a:cubicBezTo>
                  <a:pt x="40490" y="93728"/>
                  <a:pt x="40566" y="93103"/>
                  <a:pt x="40547" y="92591"/>
                </a:cubicBezTo>
                <a:cubicBezTo>
                  <a:pt x="40509" y="91681"/>
                  <a:pt x="40244" y="90752"/>
                  <a:pt x="40092" y="89861"/>
                </a:cubicBezTo>
                <a:cubicBezTo>
                  <a:pt x="39670" y="87551"/>
                  <a:pt x="39266" y="85241"/>
                  <a:pt x="38846" y="82914"/>
                </a:cubicBezTo>
                <a:lnTo>
                  <a:pt x="38846" y="82914"/>
                </a:lnTo>
                <a:cubicBezTo>
                  <a:pt x="40217" y="83575"/>
                  <a:pt x="40753" y="85091"/>
                  <a:pt x="41116" y="86487"/>
                </a:cubicBezTo>
                <a:cubicBezTo>
                  <a:pt x="41305" y="87245"/>
                  <a:pt x="41438" y="88022"/>
                  <a:pt x="41628" y="88781"/>
                </a:cubicBezTo>
                <a:cubicBezTo>
                  <a:pt x="41760" y="89349"/>
                  <a:pt x="41874" y="90146"/>
                  <a:pt x="42443" y="90468"/>
                </a:cubicBezTo>
                <a:cubicBezTo>
                  <a:pt x="42589" y="90550"/>
                  <a:pt x="42735" y="90587"/>
                  <a:pt x="42876" y="90587"/>
                </a:cubicBezTo>
                <a:cubicBezTo>
                  <a:pt x="43193" y="90587"/>
                  <a:pt x="43484" y="90402"/>
                  <a:pt x="43694" y="90127"/>
                </a:cubicBezTo>
                <a:cubicBezTo>
                  <a:pt x="44168" y="89539"/>
                  <a:pt x="44225" y="88781"/>
                  <a:pt x="44263" y="88060"/>
                </a:cubicBezTo>
                <a:cubicBezTo>
                  <a:pt x="44376" y="85842"/>
                  <a:pt x="44433" y="83624"/>
                  <a:pt x="44433" y="81425"/>
                </a:cubicBezTo>
                <a:cubicBezTo>
                  <a:pt x="44433" y="78462"/>
                  <a:pt x="44333" y="75502"/>
                  <a:pt x="44134" y="72549"/>
                </a:cubicBezTo>
                <a:lnTo>
                  <a:pt x="44134" y="72549"/>
                </a:lnTo>
                <a:cubicBezTo>
                  <a:pt x="45525" y="70831"/>
                  <a:pt x="46934" y="69129"/>
                  <a:pt x="48319" y="67416"/>
                </a:cubicBezTo>
                <a:cubicBezTo>
                  <a:pt x="50916" y="64213"/>
                  <a:pt x="53457" y="60952"/>
                  <a:pt x="55694" y="57464"/>
                </a:cubicBezTo>
                <a:cubicBezTo>
                  <a:pt x="55812" y="57293"/>
                  <a:pt x="55657" y="57122"/>
                  <a:pt x="55493" y="57122"/>
                </a:cubicBezTo>
                <a:cubicBezTo>
                  <a:pt x="55421" y="57122"/>
                  <a:pt x="55348" y="57155"/>
                  <a:pt x="55295" y="57236"/>
                </a:cubicBezTo>
                <a:cubicBezTo>
                  <a:pt x="51966" y="62402"/>
                  <a:pt x="47953" y="67087"/>
                  <a:pt x="44086" y="71866"/>
                </a:cubicBezTo>
                <a:lnTo>
                  <a:pt x="44086" y="71866"/>
                </a:lnTo>
                <a:cubicBezTo>
                  <a:pt x="43682" y="66321"/>
                  <a:pt x="42926" y="60806"/>
                  <a:pt x="41817" y="55360"/>
                </a:cubicBezTo>
                <a:cubicBezTo>
                  <a:pt x="41400" y="53255"/>
                  <a:pt x="40945" y="51132"/>
                  <a:pt x="40376" y="49066"/>
                </a:cubicBezTo>
                <a:cubicBezTo>
                  <a:pt x="39921" y="47379"/>
                  <a:pt x="39315" y="45673"/>
                  <a:pt x="38310" y="44213"/>
                </a:cubicBezTo>
                <a:cubicBezTo>
                  <a:pt x="36130" y="41104"/>
                  <a:pt x="32301" y="40175"/>
                  <a:pt x="28737" y="39739"/>
                </a:cubicBezTo>
                <a:cubicBezTo>
                  <a:pt x="27406" y="39567"/>
                  <a:pt x="26076" y="39485"/>
                  <a:pt x="24745" y="39485"/>
                </a:cubicBezTo>
                <a:cubicBezTo>
                  <a:pt x="23877" y="39485"/>
                  <a:pt x="23008" y="39520"/>
                  <a:pt x="22140" y="39587"/>
                </a:cubicBezTo>
                <a:cubicBezTo>
                  <a:pt x="21041" y="39680"/>
                  <a:pt x="19854" y="39911"/>
                  <a:pt x="18707" y="39911"/>
                </a:cubicBezTo>
                <a:cubicBezTo>
                  <a:pt x="17736" y="39911"/>
                  <a:pt x="16794" y="39745"/>
                  <a:pt x="15960" y="39189"/>
                </a:cubicBezTo>
                <a:cubicBezTo>
                  <a:pt x="14519" y="38204"/>
                  <a:pt x="13780" y="36479"/>
                  <a:pt x="13173" y="34924"/>
                </a:cubicBezTo>
                <a:cubicBezTo>
                  <a:pt x="12339" y="32820"/>
                  <a:pt x="11543" y="30735"/>
                  <a:pt x="10728" y="28630"/>
                </a:cubicBezTo>
                <a:cubicBezTo>
                  <a:pt x="7505" y="20194"/>
                  <a:pt x="4377" y="11721"/>
                  <a:pt x="1344" y="3228"/>
                </a:cubicBezTo>
                <a:cubicBezTo>
                  <a:pt x="965" y="2166"/>
                  <a:pt x="586" y="1124"/>
                  <a:pt x="226" y="62"/>
                </a:cubicBezTo>
                <a:cubicBezTo>
                  <a:pt x="204" y="19"/>
                  <a:pt x="163" y="0"/>
                  <a:pt x="124" y="0"/>
                </a:cubicBezTo>
                <a:close/>
              </a:path>
            </a:pathLst>
          </a:custGeom>
          <a:solidFill>
            <a:srgbClr val="1C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402" name="Google Shape;1402;p23"/>
          <p:cNvPicPr preferRelativeResize="0"/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 rot="-2343514" flipH="1">
            <a:off x="7272347" y="3430567"/>
            <a:ext cx="3297389" cy="22766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3" name="Google Shape;1403;p23"/>
          <p:cNvGrpSpPr/>
          <p:nvPr/>
        </p:nvGrpSpPr>
        <p:grpSpPr>
          <a:xfrm rot="-8099954">
            <a:off x="8454323" y="4128852"/>
            <a:ext cx="1344367" cy="1995327"/>
            <a:chOff x="272875" y="1527563"/>
            <a:chExt cx="255950" cy="455000"/>
          </a:xfrm>
        </p:grpSpPr>
        <p:sp>
          <p:nvSpPr>
            <p:cNvPr id="1404" name="Google Shape;1404;p23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5" name="Google Shape;1405;p23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6" name="Google Shape;1406;p23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7" name="Google Shape;1407;p23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8" name="Google Shape;1408;p23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9" name="Google Shape;1409;p23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0" name="Google Shape;1410;p23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1" name="Google Shape;1411;p23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2" name="Google Shape;1412;p23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3" name="Google Shape;1413;p23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4" name="Google Shape;1414;p23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5" name="Google Shape;1415;p23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6" name="Google Shape;1416;p23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7" name="Google Shape;1417;p23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8" name="Google Shape;1418;p23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9" name="Google Shape;1419;p23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20" name="Google Shape;1420;p23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21" name="Google Shape;1421;p23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22" name="Google Shape;1422;p23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23" name="Google Shape;1423;p23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24" name="Google Shape;1424;p23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25" name="Google Shape;1425;p23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26" name="Google Shape;1426;p23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27" name="Google Shape;1427;p23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28" name="Google Shape;1428;p23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29" name="Google Shape;1429;p23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0" name="Google Shape;1430;p23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1" name="Google Shape;1431;p23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2" name="Google Shape;1432;p23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3" name="Google Shape;1433;p23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4" name="Google Shape;1434;p23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5" name="Google Shape;1435;p23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6" name="Google Shape;1436;p23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7" name="Google Shape;1437;p23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8" name="Google Shape;1438;p23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 and text">
  <p:cSld name="BLANK_1_1_1_1_1_1">
    <p:spTree>
      <p:nvGrpSpPr>
        <p:cNvPr id="1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p24"/>
          <p:cNvSpPr txBox="1">
            <a:spLocks noGrp="1"/>
          </p:cNvSpPr>
          <p:nvPr>
            <p:ph type="title" hasCustomPrompt="1"/>
          </p:nvPr>
        </p:nvSpPr>
        <p:spPr>
          <a:xfrm>
            <a:off x="3040947" y="1992075"/>
            <a:ext cx="11358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441" name="Google Shape;1441;p24"/>
          <p:cNvSpPr txBox="1">
            <a:spLocks noGrp="1"/>
          </p:cNvSpPr>
          <p:nvPr>
            <p:ph type="subTitle" idx="1"/>
          </p:nvPr>
        </p:nvSpPr>
        <p:spPr>
          <a:xfrm>
            <a:off x="4570802" y="3295975"/>
            <a:ext cx="19134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latin typeface="Overpass Black"/>
                <a:ea typeface="Overpass Black"/>
                <a:cs typeface="Overpass Black"/>
                <a:sym typeface="Overpass Black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42" name="Google Shape;1442;p24"/>
          <p:cNvSpPr txBox="1">
            <a:spLocks noGrp="1"/>
          </p:cNvSpPr>
          <p:nvPr>
            <p:ph type="title" idx="2" hasCustomPrompt="1"/>
          </p:nvPr>
        </p:nvSpPr>
        <p:spPr>
          <a:xfrm>
            <a:off x="4959602" y="1992075"/>
            <a:ext cx="11358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443" name="Google Shape;1443;p24"/>
          <p:cNvSpPr txBox="1">
            <a:spLocks noGrp="1"/>
          </p:cNvSpPr>
          <p:nvPr>
            <p:ph type="subTitle" idx="3"/>
          </p:nvPr>
        </p:nvSpPr>
        <p:spPr>
          <a:xfrm>
            <a:off x="2645697" y="3295975"/>
            <a:ext cx="19263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latin typeface="Overpass Black"/>
                <a:ea typeface="Overpass Black"/>
                <a:cs typeface="Overpass Black"/>
                <a:sym typeface="Overpass Black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44" name="Google Shape;1444;p24"/>
          <p:cNvSpPr txBox="1">
            <a:spLocks noGrp="1"/>
          </p:cNvSpPr>
          <p:nvPr>
            <p:ph type="title" idx="4" hasCustomPrompt="1"/>
          </p:nvPr>
        </p:nvSpPr>
        <p:spPr>
          <a:xfrm>
            <a:off x="6926450" y="1992075"/>
            <a:ext cx="10830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445" name="Google Shape;1445;p24"/>
          <p:cNvSpPr txBox="1">
            <a:spLocks noGrp="1"/>
          </p:cNvSpPr>
          <p:nvPr>
            <p:ph type="subTitle" idx="5"/>
          </p:nvPr>
        </p:nvSpPr>
        <p:spPr>
          <a:xfrm>
            <a:off x="6507950" y="3295975"/>
            <a:ext cx="19200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latin typeface="Overpass Black"/>
                <a:ea typeface="Overpass Black"/>
                <a:cs typeface="Overpass Black"/>
                <a:sym typeface="Overpass Black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46" name="Google Shape;1446;p24"/>
          <p:cNvSpPr txBox="1">
            <a:spLocks noGrp="1"/>
          </p:cNvSpPr>
          <p:nvPr>
            <p:ph type="title" idx="6" hasCustomPrompt="1"/>
          </p:nvPr>
        </p:nvSpPr>
        <p:spPr>
          <a:xfrm>
            <a:off x="1146160" y="1992075"/>
            <a:ext cx="10830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447" name="Google Shape;1447;p24"/>
          <p:cNvSpPr txBox="1">
            <a:spLocks noGrp="1"/>
          </p:cNvSpPr>
          <p:nvPr>
            <p:ph type="subTitle" idx="7"/>
          </p:nvPr>
        </p:nvSpPr>
        <p:spPr>
          <a:xfrm>
            <a:off x="724510" y="3295975"/>
            <a:ext cx="19263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latin typeface="Overpass Black"/>
                <a:ea typeface="Overpass Black"/>
                <a:cs typeface="Overpass Black"/>
                <a:sym typeface="Overpass Black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48" name="Google Shape;1448;p24"/>
          <p:cNvSpPr txBox="1">
            <a:spLocks noGrp="1"/>
          </p:cNvSpPr>
          <p:nvPr>
            <p:ph type="subTitle" idx="8"/>
          </p:nvPr>
        </p:nvSpPr>
        <p:spPr>
          <a:xfrm>
            <a:off x="722260" y="3632696"/>
            <a:ext cx="1930800" cy="80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9" name="Google Shape;1449;p24"/>
          <p:cNvSpPr txBox="1">
            <a:spLocks noGrp="1"/>
          </p:cNvSpPr>
          <p:nvPr>
            <p:ph type="subTitle" idx="9"/>
          </p:nvPr>
        </p:nvSpPr>
        <p:spPr>
          <a:xfrm>
            <a:off x="2643447" y="3632696"/>
            <a:ext cx="1930800" cy="80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0" name="Google Shape;1450;p24"/>
          <p:cNvSpPr txBox="1">
            <a:spLocks noGrp="1"/>
          </p:cNvSpPr>
          <p:nvPr>
            <p:ph type="subTitle" idx="13"/>
          </p:nvPr>
        </p:nvSpPr>
        <p:spPr>
          <a:xfrm>
            <a:off x="4562102" y="3632696"/>
            <a:ext cx="1930800" cy="80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1" name="Google Shape;1451;p24"/>
          <p:cNvSpPr txBox="1">
            <a:spLocks noGrp="1"/>
          </p:cNvSpPr>
          <p:nvPr>
            <p:ph type="subTitle" idx="14"/>
          </p:nvPr>
        </p:nvSpPr>
        <p:spPr>
          <a:xfrm>
            <a:off x="6502550" y="3632700"/>
            <a:ext cx="1930800" cy="80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52" name="Google Shape;1452;p24"/>
          <p:cNvPicPr preferRelativeResize="0"/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 rot="5399990" flipH="1">
            <a:off x="7705516" y="-598319"/>
            <a:ext cx="3297389" cy="22766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53" name="Google Shape;1453;p24"/>
          <p:cNvGrpSpPr/>
          <p:nvPr/>
        </p:nvGrpSpPr>
        <p:grpSpPr>
          <a:xfrm rot="-987768">
            <a:off x="7751817" y="-266278"/>
            <a:ext cx="1344359" cy="1995308"/>
            <a:chOff x="272875" y="1527563"/>
            <a:chExt cx="255950" cy="455000"/>
          </a:xfrm>
        </p:grpSpPr>
        <p:sp>
          <p:nvSpPr>
            <p:cNvPr id="1454" name="Google Shape;1454;p24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5" name="Google Shape;1455;p24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6" name="Google Shape;1456;p24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7" name="Google Shape;1457;p24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8" name="Google Shape;1458;p24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9" name="Google Shape;1459;p24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0" name="Google Shape;1460;p24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1" name="Google Shape;1461;p24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2" name="Google Shape;1462;p24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3" name="Google Shape;1463;p24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4" name="Google Shape;1464;p24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5" name="Google Shape;1465;p24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6" name="Google Shape;1466;p24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7" name="Google Shape;1467;p24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8" name="Google Shape;1468;p24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69" name="Google Shape;1469;p24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0" name="Google Shape;1470;p24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1" name="Google Shape;1471;p24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2" name="Google Shape;1472;p24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3" name="Google Shape;1473;p24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4" name="Google Shape;1474;p24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5" name="Google Shape;1475;p24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6" name="Google Shape;1476;p24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7" name="Google Shape;1477;p24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8" name="Google Shape;1478;p24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9" name="Google Shape;1479;p24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0" name="Google Shape;1480;p24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1" name="Google Shape;1481;p24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2" name="Google Shape;1482;p24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3" name="Google Shape;1483;p24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4" name="Google Shape;1484;p24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5" name="Google Shape;1485;p24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6" name="Google Shape;1486;p24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7" name="Google Shape;1487;p24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8" name="Google Shape;1488;p24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1489" name="Google Shape;1489;p24"/>
          <p:cNvPicPr preferRelativeResize="0"/>
          <p:nvPr/>
        </p:nvPicPr>
        <p:blipFill>
          <a:blip r:embed="rId3">
            <a:alphaModFix amt="74000"/>
          </a:blip>
          <a:stretch>
            <a:fillRect/>
          </a:stretch>
        </p:blipFill>
        <p:spPr>
          <a:xfrm rot="-10162003" flipH="1">
            <a:off x="-1091107" y="-1133759"/>
            <a:ext cx="2894871" cy="2593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0" name="Google Shape;1490;p24"/>
          <p:cNvPicPr preferRelativeResize="0"/>
          <p:nvPr/>
        </p:nvPicPr>
        <p:blipFill>
          <a:blip r:embed="rId4">
            <a:alphaModFix amt="76000"/>
          </a:blip>
          <a:stretch>
            <a:fillRect/>
          </a:stretch>
        </p:blipFill>
        <p:spPr>
          <a:xfrm rot="363351">
            <a:off x="802621" y="4291783"/>
            <a:ext cx="7605804" cy="2832383"/>
          </a:xfrm>
          <a:prstGeom prst="rect">
            <a:avLst/>
          </a:prstGeom>
          <a:noFill/>
          <a:ln>
            <a:noFill/>
          </a:ln>
        </p:spPr>
      </p:pic>
      <p:sp>
        <p:nvSpPr>
          <p:cNvPr id="1491" name="Google Shape;1491;p24"/>
          <p:cNvSpPr/>
          <p:nvPr/>
        </p:nvSpPr>
        <p:spPr>
          <a:xfrm rot="9899989">
            <a:off x="-583964" y="4625085"/>
            <a:ext cx="2265015" cy="2165770"/>
          </a:xfrm>
          <a:custGeom>
            <a:avLst/>
            <a:gdLst/>
            <a:ahLst/>
            <a:cxnLst/>
            <a:rect l="l" t="t" r="r" b="b"/>
            <a:pathLst>
              <a:path w="21339" h="20404" extrusionOk="0">
                <a:moveTo>
                  <a:pt x="95" y="0"/>
                </a:moveTo>
                <a:cubicBezTo>
                  <a:pt x="50" y="0"/>
                  <a:pt x="0" y="36"/>
                  <a:pt x="12" y="93"/>
                </a:cubicBezTo>
                <a:cubicBezTo>
                  <a:pt x="485" y="2330"/>
                  <a:pt x="1054" y="4567"/>
                  <a:pt x="1680" y="6766"/>
                </a:cubicBezTo>
                <a:cubicBezTo>
                  <a:pt x="2324" y="8965"/>
                  <a:pt x="3045" y="11126"/>
                  <a:pt x="3822" y="13249"/>
                </a:cubicBezTo>
                <a:cubicBezTo>
                  <a:pt x="4220" y="14330"/>
                  <a:pt x="4618" y="15391"/>
                  <a:pt x="5054" y="16453"/>
                </a:cubicBezTo>
                <a:cubicBezTo>
                  <a:pt x="5225" y="16889"/>
                  <a:pt x="5433" y="17287"/>
                  <a:pt x="5699" y="17666"/>
                </a:cubicBezTo>
                <a:cubicBezTo>
                  <a:pt x="5926" y="17988"/>
                  <a:pt x="6267" y="18216"/>
                  <a:pt x="6646" y="18348"/>
                </a:cubicBezTo>
                <a:cubicBezTo>
                  <a:pt x="6705" y="18361"/>
                  <a:pt x="6764" y="18368"/>
                  <a:pt x="6823" y="18368"/>
                </a:cubicBezTo>
                <a:cubicBezTo>
                  <a:pt x="7107" y="18368"/>
                  <a:pt x="7384" y="18221"/>
                  <a:pt x="7556" y="17969"/>
                </a:cubicBezTo>
                <a:cubicBezTo>
                  <a:pt x="7746" y="17609"/>
                  <a:pt x="7784" y="17173"/>
                  <a:pt x="7708" y="16775"/>
                </a:cubicBezTo>
                <a:cubicBezTo>
                  <a:pt x="7519" y="15770"/>
                  <a:pt x="7253" y="14784"/>
                  <a:pt x="6893" y="13837"/>
                </a:cubicBezTo>
                <a:cubicBezTo>
                  <a:pt x="6248" y="11941"/>
                  <a:pt x="5414" y="9969"/>
                  <a:pt x="5528" y="7922"/>
                </a:cubicBezTo>
                <a:cubicBezTo>
                  <a:pt x="5543" y="7707"/>
                  <a:pt x="5559" y="7504"/>
                  <a:pt x="5594" y="7294"/>
                </a:cubicBezTo>
                <a:lnTo>
                  <a:pt x="5594" y="7294"/>
                </a:lnTo>
                <a:cubicBezTo>
                  <a:pt x="6312" y="7702"/>
                  <a:pt x="6661" y="8502"/>
                  <a:pt x="6893" y="9268"/>
                </a:cubicBezTo>
                <a:cubicBezTo>
                  <a:pt x="7234" y="10349"/>
                  <a:pt x="7519" y="11467"/>
                  <a:pt x="7822" y="12567"/>
                </a:cubicBezTo>
                <a:lnTo>
                  <a:pt x="8789" y="16036"/>
                </a:lnTo>
                <a:cubicBezTo>
                  <a:pt x="8940" y="16604"/>
                  <a:pt x="9111" y="17173"/>
                  <a:pt x="9263" y="17742"/>
                </a:cubicBezTo>
                <a:cubicBezTo>
                  <a:pt x="9376" y="18216"/>
                  <a:pt x="9509" y="18652"/>
                  <a:pt x="9699" y="19107"/>
                </a:cubicBezTo>
                <a:cubicBezTo>
                  <a:pt x="9966" y="19713"/>
                  <a:pt x="10452" y="20404"/>
                  <a:pt x="11172" y="20404"/>
                </a:cubicBezTo>
                <a:cubicBezTo>
                  <a:pt x="11217" y="20404"/>
                  <a:pt x="11263" y="20401"/>
                  <a:pt x="11310" y="20396"/>
                </a:cubicBezTo>
                <a:cubicBezTo>
                  <a:pt x="11708" y="20339"/>
                  <a:pt x="12068" y="20092"/>
                  <a:pt x="12258" y="19732"/>
                </a:cubicBezTo>
                <a:cubicBezTo>
                  <a:pt x="12485" y="19334"/>
                  <a:pt x="12580" y="18860"/>
                  <a:pt x="12504" y="18405"/>
                </a:cubicBezTo>
                <a:cubicBezTo>
                  <a:pt x="12390" y="17855"/>
                  <a:pt x="12239" y="17306"/>
                  <a:pt x="12030" y="16794"/>
                </a:cubicBezTo>
                <a:cubicBezTo>
                  <a:pt x="11841" y="16263"/>
                  <a:pt x="11651" y="15713"/>
                  <a:pt x="11462" y="15183"/>
                </a:cubicBezTo>
                <a:cubicBezTo>
                  <a:pt x="11101" y="14083"/>
                  <a:pt x="10779" y="12965"/>
                  <a:pt x="10457" y="11865"/>
                </a:cubicBezTo>
                <a:cubicBezTo>
                  <a:pt x="10154" y="10766"/>
                  <a:pt x="9869" y="9628"/>
                  <a:pt x="9623" y="8491"/>
                </a:cubicBezTo>
                <a:cubicBezTo>
                  <a:pt x="9414" y="7486"/>
                  <a:pt x="9168" y="6424"/>
                  <a:pt x="9414" y="5420"/>
                </a:cubicBezTo>
                <a:cubicBezTo>
                  <a:pt x="9462" y="5197"/>
                  <a:pt x="9536" y="5002"/>
                  <a:pt x="9626" y="4810"/>
                </a:cubicBezTo>
                <a:lnTo>
                  <a:pt x="9626" y="4810"/>
                </a:lnTo>
                <a:cubicBezTo>
                  <a:pt x="11118" y="5773"/>
                  <a:pt x="11814" y="7472"/>
                  <a:pt x="12239" y="9135"/>
                </a:cubicBezTo>
                <a:cubicBezTo>
                  <a:pt x="12485" y="10026"/>
                  <a:pt x="12637" y="10936"/>
                  <a:pt x="12807" y="11846"/>
                </a:cubicBezTo>
                <a:cubicBezTo>
                  <a:pt x="13035" y="13040"/>
                  <a:pt x="13300" y="14216"/>
                  <a:pt x="13623" y="15391"/>
                </a:cubicBezTo>
                <a:cubicBezTo>
                  <a:pt x="13945" y="16547"/>
                  <a:pt x="14324" y="17723"/>
                  <a:pt x="14741" y="18879"/>
                </a:cubicBezTo>
                <a:cubicBezTo>
                  <a:pt x="14912" y="19315"/>
                  <a:pt x="15063" y="19827"/>
                  <a:pt x="15480" y="20092"/>
                </a:cubicBezTo>
                <a:cubicBezTo>
                  <a:pt x="15595" y="20165"/>
                  <a:pt x="15723" y="20199"/>
                  <a:pt x="15849" y="20199"/>
                </a:cubicBezTo>
                <a:cubicBezTo>
                  <a:pt x="16119" y="20199"/>
                  <a:pt x="16382" y="20042"/>
                  <a:pt x="16485" y="19770"/>
                </a:cubicBezTo>
                <a:cubicBezTo>
                  <a:pt x="16694" y="19334"/>
                  <a:pt x="16675" y="18765"/>
                  <a:pt x="16656" y="18292"/>
                </a:cubicBezTo>
                <a:cubicBezTo>
                  <a:pt x="16637" y="17723"/>
                  <a:pt x="16542" y="17154"/>
                  <a:pt x="16428" y="16585"/>
                </a:cubicBezTo>
                <a:cubicBezTo>
                  <a:pt x="16125" y="15467"/>
                  <a:pt x="15746" y="14348"/>
                  <a:pt x="15291" y="13268"/>
                </a:cubicBezTo>
                <a:cubicBezTo>
                  <a:pt x="14419" y="10993"/>
                  <a:pt x="13793" y="8623"/>
                  <a:pt x="13433" y="6216"/>
                </a:cubicBezTo>
                <a:cubicBezTo>
                  <a:pt x="13360" y="5689"/>
                  <a:pt x="13392" y="4465"/>
                  <a:pt x="14163" y="4465"/>
                </a:cubicBezTo>
                <a:cubicBezTo>
                  <a:pt x="14197" y="4465"/>
                  <a:pt x="14231" y="4467"/>
                  <a:pt x="14267" y="4472"/>
                </a:cubicBezTo>
                <a:cubicBezTo>
                  <a:pt x="14741" y="4548"/>
                  <a:pt x="15025" y="5060"/>
                  <a:pt x="15234" y="5439"/>
                </a:cubicBezTo>
                <a:cubicBezTo>
                  <a:pt x="15499" y="5913"/>
                  <a:pt x="15727" y="6406"/>
                  <a:pt x="15935" y="6898"/>
                </a:cubicBezTo>
                <a:cubicBezTo>
                  <a:pt x="16732" y="8946"/>
                  <a:pt x="17111" y="11107"/>
                  <a:pt x="17452" y="13268"/>
                </a:cubicBezTo>
                <a:cubicBezTo>
                  <a:pt x="17623" y="14348"/>
                  <a:pt x="17793" y="15429"/>
                  <a:pt x="18002" y="16510"/>
                </a:cubicBezTo>
                <a:cubicBezTo>
                  <a:pt x="18096" y="17040"/>
                  <a:pt x="18229" y="17590"/>
                  <a:pt x="18362" y="18121"/>
                </a:cubicBezTo>
                <a:cubicBezTo>
                  <a:pt x="18476" y="18557"/>
                  <a:pt x="18627" y="19031"/>
                  <a:pt x="18968" y="19334"/>
                </a:cubicBezTo>
                <a:cubicBezTo>
                  <a:pt x="19197" y="19533"/>
                  <a:pt x="19456" y="19618"/>
                  <a:pt x="19715" y="19618"/>
                </a:cubicBezTo>
                <a:cubicBezTo>
                  <a:pt x="20273" y="19618"/>
                  <a:pt x="20833" y="19220"/>
                  <a:pt x="21092" y="18690"/>
                </a:cubicBezTo>
                <a:cubicBezTo>
                  <a:pt x="21300" y="18178"/>
                  <a:pt x="21338" y="17628"/>
                  <a:pt x="21205" y="17078"/>
                </a:cubicBezTo>
                <a:cubicBezTo>
                  <a:pt x="21111" y="16472"/>
                  <a:pt x="20902" y="15884"/>
                  <a:pt x="20731" y="15277"/>
                </a:cubicBezTo>
                <a:lnTo>
                  <a:pt x="18684" y="7903"/>
                </a:lnTo>
                <a:cubicBezTo>
                  <a:pt x="18514" y="7315"/>
                  <a:pt x="18362" y="6728"/>
                  <a:pt x="18191" y="6102"/>
                </a:cubicBezTo>
                <a:cubicBezTo>
                  <a:pt x="18162" y="6043"/>
                  <a:pt x="18106" y="6015"/>
                  <a:pt x="18051" y="6015"/>
                </a:cubicBezTo>
                <a:cubicBezTo>
                  <a:pt x="17966" y="6015"/>
                  <a:pt x="17884" y="6082"/>
                  <a:pt x="17907" y="6197"/>
                </a:cubicBezTo>
                <a:cubicBezTo>
                  <a:pt x="18589" y="8623"/>
                  <a:pt x="19253" y="11050"/>
                  <a:pt x="19935" y="13476"/>
                </a:cubicBezTo>
                <a:lnTo>
                  <a:pt x="20428" y="15315"/>
                </a:lnTo>
                <a:cubicBezTo>
                  <a:pt x="20599" y="15903"/>
                  <a:pt x="20788" y="16491"/>
                  <a:pt x="20902" y="17078"/>
                </a:cubicBezTo>
                <a:cubicBezTo>
                  <a:pt x="21016" y="17609"/>
                  <a:pt x="21035" y="18216"/>
                  <a:pt x="20750" y="18690"/>
                </a:cubicBezTo>
                <a:cubicBezTo>
                  <a:pt x="20542" y="19050"/>
                  <a:pt x="20144" y="19296"/>
                  <a:pt x="19727" y="19334"/>
                </a:cubicBezTo>
                <a:cubicBezTo>
                  <a:pt x="19253" y="19334"/>
                  <a:pt x="18950" y="18917"/>
                  <a:pt x="18798" y="18519"/>
                </a:cubicBezTo>
                <a:cubicBezTo>
                  <a:pt x="18627" y="18026"/>
                  <a:pt x="18495" y="17533"/>
                  <a:pt x="18400" y="17040"/>
                </a:cubicBezTo>
                <a:cubicBezTo>
                  <a:pt x="18172" y="15979"/>
                  <a:pt x="17983" y="14898"/>
                  <a:pt x="17812" y="13837"/>
                </a:cubicBezTo>
                <a:cubicBezTo>
                  <a:pt x="17452" y="11713"/>
                  <a:pt x="17130" y="9571"/>
                  <a:pt x="16428" y="7524"/>
                </a:cubicBezTo>
                <a:cubicBezTo>
                  <a:pt x="16239" y="7031"/>
                  <a:pt x="16049" y="6538"/>
                  <a:pt x="15822" y="6064"/>
                </a:cubicBezTo>
                <a:cubicBezTo>
                  <a:pt x="15632" y="5590"/>
                  <a:pt x="15386" y="5154"/>
                  <a:pt x="15082" y="4756"/>
                </a:cubicBezTo>
                <a:cubicBezTo>
                  <a:pt x="14841" y="4446"/>
                  <a:pt x="14506" y="4199"/>
                  <a:pt x="14120" y="4199"/>
                </a:cubicBezTo>
                <a:cubicBezTo>
                  <a:pt x="14081" y="4199"/>
                  <a:pt x="14042" y="4201"/>
                  <a:pt x="14002" y="4207"/>
                </a:cubicBezTo>
                <a:cubicBezTo>
                  <a:pt x="13661" y="4282"/>
                  <a:pt x="13395" y="4529"/>
                  <a:pt x="13281" y="4851"/>
                </a:cubicBezTo>
                <a:cubicBezTo>
                  <a:pt x="13149" y="5230"/>
                  <a:pt x="13092" y="5609"/>
                  <a:pt x="13130" y="6007"/>
                </a:cubicBezTo>
                <a:cubicBezTo>
                  <a:pt x="13187" y="6538"/>
                  <a:pt x="13281" y="7088"/>
                  <a:pt x="13395" y="7619"/>
                </a:cubicBezTo>
                <a:cubicBezTo>
                  <a:pt x="13623" y="8794"/>
                  <a:pt x="13907" y="9969"/>
                  <a:pt x="14267" y="11126"/>
                </a:cubicBezTo>
                <a:cubicBezTo>
                  <a:pt x="14608" y="12244"/>
                  <a:pt x="15044" y="13344"/>
                  <a:pt x="15442" y="14443"/>
                </a:cubicBezTo>
                <a:cubicBezTo>
                  <a:pt x="15879" y="15524"/>
                  <a:pt x="16182" y="16642"/>
                  <a:pt x="16333" y="17799"/>
                </a:cubicBezTo>
                <a:cubicBezTo>
                  <a:pt x="16409" y="18329"/>
                  <a:pt x="16390" y="18879"/>
                  <a:pt x="16296" y="19410"/>
                </a:cubicBezTo>
                <a:cubicBezTo>
                  <a:pt x="16277" y="19618"/>
                  <a:pt x="16144" y="19789"/>
                  <a:pt x="15973" y="19884"/>
                </a:cubicBezTo>
                <a:cubicBezTo>
                  <a:pt x="15943" y="19889"/>
                  <a:pt x="15912" y="19892"/>
                  <a:pt x="15882" y="19892"/>
                </a:cubicBezTo>
                <a:cubicBezTo>
                  <a:pt x="15710" y="19892"/>
                  <a:pt x="15558" y="19802"/>
                  <a:pt x="15461" y="19656"/>
                </a:cubicBezTo>
                <a:cubicBezTo>
                  <a:pt x="15329" y="19467"/>
                  <a:pt x="15215" y="19258"/>
                  <a:pt x="15139" y="19031"/>
                </a:cubicBezTo>
                <a:cubicBezTo>
                  <a:pt x="15025" y="18746"/>
                  <a:pt x="14912" y="18481"/>
                  <a:pt x="14817" y="18197"/>
                </a:cubicBezTo>
                <a:cubicBezTo>
                  <a:pt x="14608" y="17628"/>
                  <a:pt x="14419" y="17059"/>
                  <a:pt x="14248" y="16491"/>
                </a:cubicBezTo>
                <a:cubicBezTo>
                  <a:pt x="13888" y="15353"/>
                  <a:pt x="13566" y="14178"/>
                  <a:pt x="13300" y="13003"/>
                </a:cubicBezTo>
                <a:cubicBezTo>
                  <a:pt x="13073" y="12017"/>
                  <a:pt x="12921" y="11031"/>
                  <a:pt x="12694" y="10045"/>
                </a:cubicBezTo>
                <a:cubicBezTo>
                  <a:pt x="12334" y="8377"/>
                  <a:pt x="11822" y="6576"/>
                  <a:pt x="10590" y="5306"/>
                </a:cubicBezTo>
                <a:cubicBezTo>
                  <a:pt x="10305" y="5022"/>
                  <a:pt x="9983" y="4756"/>
                  <a:pt x="9623" y="4548"/>
                </a:cubicBezTo>
                <a:cubicBezTo>
                  <a:pt x="9603" y="4534"/>
                  <a:pt x="9580" y="4528"/>
                  <a:pt x="9558" y="4528"/>
                </a:cubicBezTo>
                <a:cubicBezTo>
                  <a:pt x="9517" y="4528"/>
                  <a:pt x="9477" y="4549"/>
                  <a:pt x="9452" y="4586"/>
                </a:cubicBezTo>
                <a:cubicBezTo>
                  <a:pt x="8978" y="5458"/>
                  <a:pt x="9016" y="6481"/>
                  <a:pt x="9168" y="7448"/>
                </a:cubicBezTo>
                <a:cubicBezTo>
                  <a:pt x="9338" y="8510"/>
                  <a:pt x="9604" y="9571"/>
                  <a:pt x="9869" y="10633"/>
                </a:cubicBezTo>
                <a:cubicBezTo>
                  <a:pt x="10438" y="12832"/>
                  <a:pt x="11101" y="14993"/>
                  <a:pt x="11879" y="17135"/>
                </a:cubicBezTo>
                <a:cubicBezTo>
                  <a:pt x="12182" y="18007"/>
                  <a:pt x="12618" y="19182"/>
                  <a:pt x="11784" y="19922"/>
                </a:cubicBezTo>
                <a:cubicBezTo>
                  <a:pt x="11612" y="20082"/>
                  <a:pt x="11386" y="20166"/>
                  <a:pt x="11158" y="20166"/>
                </a:cubicBezTo>
                <a:cubicBezTo>
                  <a:pt x="11008" y="20166"/>
                  <a:pt x="10858" y="20130"/>
                  <a:pt x="10722" y="20055"/>
                </a:cubicBezTo>
                <a:cubicBezTo>
                  <a:pt x="10400" y="19827"/>
                  <a:pt x="10172" y="19524"/>
                  <a:pt x="10021" y="19182"/>
                </a:cubicBezTo>
                <a:cubicBezTo>
                  <a:pt x="9831" y="18784"/>
                  <a:pt x="9699" y="18367"/>
                  <a:pt x="9585" y="17950"/>
                </a:cubicBezTo>
                <a:lnTo>
                  <a:pt x="9111" y="16244"/>
                </a:lnTo>
                <a:lnTo>
                  <a:pt x="8125" y="12832"/>
                </a:lnTo>
                <a:cubicBezTo>
                  <a:pt x="7822" y="11732"/>
                  <a:pt x="7519" y="10614"/>
                  <a:pt x="7177" y="9514"/>
                </a:cubicBezTo>
                <a:cubicBezTo>
                  <a:pt x="6950" y="8737"/>
                  <a:pt x="6665" y="7903"/>
                  <a:pt x="6059" y="7353"/>
                </a:cubicBezTo>
                <a:cubicBezTo>
                  <a:pt x="5907" y="7221"/>
                  <a:pt x="5737" y="7107"/>
                  <a:pt x="5547" y="7012"/>
                </a:cubicBezTo>
                <a:cubicBezTo>
                  <a:pt x="5534" y="7008"/>
                  <a:pt x="5519" y="7005"/>
                  <a:pt x="5505" y="7005"/>
                </a:cubicBezTo>
                <a:cubicBezTo>
                  <a:pt x="5457" y="7005"/>
                  <a:pt x="5410" y="7030"/>
                  <a:pt x="5395" y="7088"/>
                </a:cubicBezTo>
                <a:cubicBezTo>
                  <a:pt x="5054" y="9041"/>
                  <a:pt x="5661" y="10936"/>
                  <a:pt x="6305" y="12775"/>
                </a:cubicBezTo>
                <a:cubicBezTo>
                  <a:pt x="6628" y="13723"/>
                  <a:pt x="6988" y="14671"/>
                  <a:pt x="7253" y="15638"/>
                </a:cubicBezTo>
                <a:cubicBezTo>
                  <a:pt x="7386" y="16093"/>
                  <a:pt x="7481" y="16566"/>
                  <a:pt x="7537" y="17059"/>
                </a:cubicBezTo>
                <a:cubicBezTo>
                  <a:pt x="7556" y="17457"/>
                  <a:pt x="7481" y="17969"/>
                  <a:pt x="7064" y="18121"/>
                </a:cubicBezTo>
                <a:cubicBezTo>
                  <a:pt x="6994" y="18147"/>
                  <a:pt x="6924" y="18158"/>
                  <a:pt x="6855" y="18158"/>
                </a:cubicBezTo>
                <a:cubicBezTo>
                  <a:pt x="6568" y="18158"/>
                  <a:pt x="6295" y="17959"/>
                  <a:pt x="6097" y="17761"/>
                </a:cubicBezTo>
                <a:cubicBezTo>
                  <a:pt x="5774" y="17438"/>
                  <a:pt x="5547" y="17059"/>
                  <a:pt x="5376" y="16642"/>
                </a:cubicBezTo>
                <a:cubicBezTo>
                  <a:pt x="4959" y="15619"/>
                  <a:pt x="4561" y="14595"/>
                  <a:pt x="4182" y="13571"/>
                </a:cubicBezTo>
                <a:cubicBezTo>
                  <a:pt x="3405" y="11505"/>
                  <a:pt x="2703" y="9401"/>
                  <a:pt x="2059" y="7278"/>
                </a:cubicBezTo>
                <a:cubicBezTo>
                  <a:pt x="1414" y="5154"/>
                  <a:pt x="846" y="3012"/>
                  <a:pt x="334" y="851"/>
                </a:cubicBezTo>
                <a:cubicBezTo>
                  <a:pt x="277" y="586"/>
                  <a:pt x="220" y="320"/>
                  <a:pt x="163" y="55"/>
                </a:cubicBezTo>
                <a:cubicBezTo>
                  <a:pt x="156" y="17"/>
                  <a:pt x="126" y="0"/>
                  <a:pt x="95" y="0"/>
                </a:cubicBezTo>
                <a:close/>
              </a:path>
            </a:pathLst>
          </a:custGeom>
          <a:solidFill>
            <a:srgbClr val="3C8D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92" name="Google Shape;1492;p24"/>
          <p:cNvSpPr txBox="1">
            <a:spLocks noGrp="1"/>
          </p:cNvSpPr>
          <p:nvPr>
            <p:ph type="ctrTitle" idx="15"/>
          </p:nvPr>
        </p:nvSpPr>
        <p:spPr>
          <a:xfrm>
            <a:off x="736646" y="373025"/>
            <a:ext cx="7672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1">
  <p:cSld name="CUSTOM_1">
    <p:spTree>
      <p:nvGrpSpPr>
        <p:cNvPr id="1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25"/>
          <p:cNvSpPr txBox="1">
            <a:spLocks noGrp="1"/>
          </p:cNvSpPr>
          <p:nvPr>
            <p:ph type="subTitle" idx="1"/>
          </p:nvPr>
        </p:nvSpPr>
        <p:spPr>
          <a:xfrm>
            <a:off x="671450" y="2555700"/>
            <a:ext cx="3566700" cy="116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5" name="Google Shape;1495;p25"/>
          <p:cNvSpPr txBox="1">
            <a:spLocks noGrp="1"/>
          </p:cNvSpPr>
          <p:nvPr>
            <p:ph type="ctrTitle"/>
          </p:nvPr>
        </p:nvSpPr>
        <p:spPr>
          <a:xfrm>
            <a:off x="671450" y="1875052"/>
            <a:ext cx="2604300" cy="57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id="1496" name="Google Shape;1496;p25"/>
          <p:cNvPicPr preferRelativeResize="0"/>
          <p:nvPr/>
        </p:nvPicPr>
        <p:blipFill>
          <a:blip r:embed="rId2">
            <a:alphaModFix amt="64000"/>
          </a:blip>
          <a:stretch>
            <a:fillRect/>
          </a:stretch>
        </p:blipFill>
        <p:spPr>
          <a:xfrm rot="5400000">
            <a:off x="6963311" y="-630813"/>
            <a:ext cx="3592176" cy="302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7" name="Google Shape;1497;p25"/>
          <p:cNvPicPr preferRelativeResize="0"/>
          <p:nvPr/>
        </p:nvPicPr>
        <p:blipFill>
          <a:blip r:embed="rId3">
            <a:alphaModFix amt="66000"/>
          </a:blip>
          <a:stretch>
            <a:fillRect/>
          </a:stretch>
        </p:blipFill>
        <p:spPr>
          <a:xfrm rot="1326165" flipH="1">
            <a:off x="-191445" y="4128883"/>
            <a:ext cx="3297389" cy="22766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98" name="Google Shape;1498;p25"/>
          <p:cNvGrpSpPr/>
          <p:nvPr/>
        </p:nvGrpSpPr>
        <p:grpSpPr>
          <a:xfrm rot="-2700000">
            <a:off x="8026513" y="-183341"/>
            <a:ext cx="1344349" cy="1995327"/>
            <a:chOff x="272875" y="1527563"/>
            <a:chExt cx="255950" cy="455000"/>
          </a:xfrm>
        </p:grpSpPr>
        <p:sp>
          <p:nvSpPr>
            <p:cNvPr id="1499" name="Google Shape;1499;p25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0" name="Google Shape;1500;p25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1" name="Google Shape;1501;p25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2" name="Google Shape;1502;p25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3" name="Google Shape;1503;p25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4" name="Google Shape;1504;p25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5" name="Google Shape;1505;p25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6" name="Google Shape;1506;p25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7" name="Google Shape;1507;p25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8" name="Google Shape;1508;p25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9" name="Google Shape;1509;p25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0" name="Google Shape;1510;p25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1" name="Google Shape;1511;p25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2" name="Google Shape;1512;p25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3" name="Google Shape;1513;p25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4" name="Google Shape;1514;p25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5" name="Google Shape;1515;p25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6" name="Google Shape;1516;p25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7" name="Google Shape;1517;p25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8" name="Google Shape;1518;p25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9" name="Google Shape;1519;p25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0" name="Google Shape;1520;p25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1" name="Google Shape;1521;p25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2" name="Google Shape;1522;p25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3" name="Google Shape;1523;p25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4" name="Google Shape;1524;p25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5" name="Google Shape;1525;p25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6" name="Google Shape;1526;p25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7" name="Google Shape;1527;p25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8" name="Google Shape;1528;p25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9" name="Google Shape;1529;p25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0" name="Google Shape;1530;p25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1" name="Google Shape;1531;p25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2" name="Google Shape;1532;p25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3" name="Google Shape;1533;p25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534" name="Google Shape;1534;p25"/>
          <p:cNvSpPr/>
          <p:nvPr/>
        </p:nvSpPr>
        <p:spPr>
          <a:xfrm>
            <a:off x="4566955" y="-2521549"/>
            <a:ext cx="4624024" cy="7256966"/>
          </a:xfrm>
          <a:custGeom>
            <a:avLst/>
            <a:gdLst/>
            <a:ahLst/>
            <a:cxnLst/>
            <a:rect l="l" t="t" r="r" b="b"/>
            <a:pathLst>
              <a:path w="55812" h="94461" extrusionOk="0">
                <a:moveTo>
                  <a:pt x="36054" y="83719"/>
                </a:moveTo>
                <a:cubicBezTo>
                  <a:pt x="36059" y="85810"/>
                  <a:pt x="36230" y="87883"/>
                  <a:pt x="36585" y="89937"/>
                </a:cubicBezTo>
                <a:cubicBezTo>
                  <a:pt x="36680" y="90449"/>
                  <a:pt x="36775" y="90942"/>
                  <a:pt x="36888" y="91454"/>
                </a:cubicBezTo>
                <a:cubicBezTo>
                  <a:pt x="36926" y="91719"/>
                  <a:pt x="37002" y="91984"/>
                  <a:pt x="37059" y="92250"/>
                </a:cubicBezTo>
                <a:cubicBezTo>
                  <a:pt x="37097" y="92439"/>
                  <a:pt x="37305" y="92856"/>
                  <a:pt x="37211" y="93046"/>
                </a:cubicBezTo>
                <a:cubicBezTo>
                  <a:pt x="37154" y="93160"/>
                  <a:pt x="36831" y="93255"/>
                  <a:pt x="36718" y="93311"/>
                </a:cubicBezTo>
                <a:cubicBezTo>
                  <a:pt x="36509" y="93425"/>
                  <a:pt x="36282" y="93539"/>
                  <a:pt x="36035" y="93634"/>
                </a:cubicBezTo>
                <a:cubicBezTo>
                  <a:pt x="35599" y="93804"/>
                  <a:pt x="35144" y="93937"/>
                  <a:pt x="34689" y="93994"/>
                </a:cubicBezTo>
                <a:cubicBezTo>
                  <a:pt x="34597" y="94004"/>
                  <a:pt x="34505" y="94009"/>
                  <a:pt x="34414" y="94009"/>
                </a:cubicBezTo>
                <a:cubicBezTo>
                  <a:pt x="33623" y="94009"/>
                  <a:pt x="32889" y="93638"/>
                  <a:pt x="32566" y="92856"/>
                </a:cubicBezTo>
                <a:cubicBezTo>
                  <a:pt x="32244" y="92041"/>
                  <a:pt x="32471" y="91093"/>
                  <a:pt x="32756" y="90297"/>
                </a:cubicBezTo>
                <a:cubicBezTo>
                  <a:pt x="33362" y="88572"/>
                  <a:pt x="34234" y="86923"/>
                  <a:pt x="35125" y="85331"/>
                </a:cubicBezTo>
                <a:cubicBezTo>
                  <a:pt x="35426" y="84788"/>
                  <a:pt x="35736" y="84251"/>
                  <a:pt x="36054" y="83719"/>
                </a:cubicBezTo>
                <a:close/>
                <a:moveTo>
                  <a:pt x="43850" y="72899"/>
                </a:moveTo>
                <a:cubicBezTo>
                  <a:pt x="43926" y="74041"/>
                  <a:pt x="43988" y="75183"/>
                  <a:pt x="44035" y="76326"/>
                </a:cubicBezTo>
                <a:cubicBezTo>
                  <a:pt x="44111" y="78487"/>
                  <a:pt x="44149" y="80629"/>
                  <a:pt x="44130" y="82790"/>
                </a:cubicBezTo>
                <a:cubicBezTo>
                  <a:pt x="44111" y="83871"/>
                  <a:pt x="44092" y="84970"/>
                  <a:pt x="44054" y="86051"/>
                </a:cubicBezTo>
                <a:cubicBezTo>
                  <a:pt x="44016" y="87037"/>
                  <a:pt x="44092" y="88117"/>
                  <a:pt x="43864" y="89065"/>
                </a:cubicBezTo>
                <a:cubicBezTo>
                  <a:pt x="43789" y="89463"/>
                  <a:pt x="43599" y="89823"/>
                  <a:pt x="43334" y="90127"/>
                </a:cubicBezTo>
                <a:cubicBezTo>
                  <a:pt x="43194" y="90249"/>
                  <a:pt x="43052" y="90301"/>
                  <a:pt x="42914" y="90301"/>
                </a:cubicBezTo>
                <a:cubicBezTo>
                  <a:pt x="42585" y="90301"/>
                  <a:pt x="42287" y="90001"/>
                  <a:pt x="42139" y="89653"/>
                </a:cubicBezTo>
                <a:cubicBezTo>
                  <a:pt x="41874" y="88970"/>
                  <a:pt x="41760" y="88193"/>
                  <a:pt x="41609" y="87473"/>
                </a:cubicBezTo>
                <a:cubicBezTo>
                  <a:pt x="41324" y="86165"/>
                  <a:pt x="41021" y="84724"/>
                  <a:pt x="40149" y="83643"/>
                </a:cubicBezTo>
                <a:cubicBezTo>
                  <a:pt x="39770" y="83169"/>
                  <a:pt x="39277" y="82809"/>
                  <a:pt x="38708" y="82582"/>
                </a:cubicBezTo>
                <a:cubicBezTo>
                  <a:pt x="38695" y="82577"/>
                  <a:pt x="38683" y="82574"/>
                  <a:pt x="38671" y="82574"/>
                </a:cubicBezTo>
                <a:cubicBezTo>
                  <a:pt x="38594" y="82574"/>
                  <a:pt x="38540" y="82668"/>
                  <a:pt x="38557" y="82733"/>
                </a:cubicBezTo>
                <a:cubicBezTo>
                  <a:pt x="38917" y="84667"/>
                  <a:pt x="39277" y="86601"/>
                  <a:pt x="39618" y="88534"/>
                </a:cubicBezTo>
                <a:lnTo>
                  <a:pt x="40149" y="91397"/>
                </a:lnTo>
                <a:cubicBezTo>
                  <a:pt x="40263" y="92136"/>
                  <a:pt x="40452" y="92875"/>
                  <a:pt x="40187" y="93596"/>
                </a:cubicBezTo>
                <a:cubicBezTo>
                  <a:pt x="40092" y="93861"/>
                  <a:pt x="39921" y="94183"/>
                  <a:pt x="39618" y="94240"/>
                </a:cubicBezTo>
                <a:cubicBezTo>
                  <a:pt x="39604" y="94243"/>
                  <a:pt x="39590" y="94244"/>
                  <a:pt x="39576" y="94244"/>
                </a:cubicBezTo>
                <a:cubicBezTo>
                  <a:pt x="39294" y="94244"/>
                  <a:pt x="39081" y="93717"/>
                  <a:pt x="38955" y="93482"/>
                </a:cubicBezTo>
                <a:cubicBezTo>
                  <a:pt x="38670" y="92856"/>
                  <a:pt x="38462" y="92193"/>
                  <a:pt x="38348" y="91511"/>
                </a:cubicBezTo>
                <a:cubicBezTo>
                  <a:pt x="38083" y="90146"/>
                  <a:pt x="38045" y="88762"/>
                  <a:pt x="37855" y="87397"/>
                </a:cubicBezTo>
                <a:cubicBezTo>
                  <a:pt x="37647" y="85994"/>
                  <a:pt x="37230" y="84610"/>
                  <a:pt x="36244" y="83549"/>
                </a:cubicBezTo>
                <a:cubicBezTo>
                  <a:pt x="36227" y="83526"/>
                  <a:pt x="36203" y="83515"/>
                  <a:pt x="36178" y="83514"/>
                </a:cubicBezTo>
                <a:lnTo>
                  <a:pt x="36178" y="83514"/>
                </a:lnTo>
                <a:cubicBezTo>
                  <a:pt x="38436" y="79777"/>
                  <a:pt x="41102" y="76305"/>
                  <a:pt x="43850" y="72899"/>
                </a:cubicBezTo>
                <a:close/>
                <a:moveTo>
                  <a:pt x="124" y="0"/>
                </a:moveTo>
                <a:cubicBezTo>
                  <a:pt x="60" y="0"/>
                  <a:pt x="1" y="49"/>
                  <a:pt x="36" y="119"/>
                </a:cubicBezTo>
                <a:lnTo>
                  <a:pt x="17" y="119"/>
                </a:lnTo>
                <a:cubicBezTo>
                  <a:pt x="2955" y="8498"/>
                  <a:pt x="5989" y="16839"/>
                  <a:pt x="9135" y="25123"/>
                </a:cubicBezTo>
                <a:cubicBezTo>
                  <a:pt x="9894" y="27152"/>
                  <a:pt x="10671" y="29180"/>
                  <a:pt x="11467" y="31208"/>
                </a:cubicBezTo>
                <a:cubicBezTo>
                  <a:pt x="12168" y="33028"/>
                  <a:pt x="12794" y="34905"/>
                  <a:pt x="13647" y="36649"/>
                </a:cubicBezTo>
                <a:cubicBezTo>
                  <a:pt x="14292" y="37976"/>
                  <a:pt x="15221" y="39246"/>
                  <a:pt x="16623" y="39796"/>
                </a:cubicBezTo>
                <a:cubicBezTo>
                  <a:pt x="17283" y="40054"/>
                  <a:pt x="17979" y="40142"/>
                  <a:pt x="18690" y="40142"/>
                </a:cubicBezTo>
                <a:cubicBezTo>
                  <a:pt x="19959" y="40142"/>
                  <a:pt x="21272" y="39862"/>
                  <a:pt x="22500" y="39777"/>
                </a:cubicBezTo>
                <a:cubicBezTo>
                  <a:pt x="23246" y="39726"/>
                  <a:pt x="23995" y="39701"/>
                  <a:pt x="24747" y="39701"/>
                </a:cubicBezTo>
                <a:cubicBezTo>
                  <a:pt x="26249" y="39701"/>
                  <a:pt x="27757" y="39802"/>
                  <a:pt x="29249" y="40004"/>
                </a:cubicBezTo>
                <a:cubicBezTo>
                  <a:pt x="31106" y="40270"/>
                  <a:pt x="33021" y="40668"/>
                  <a:pt x="34727" y="41502"/>
                </a:cubicBezTo>
                <a:cubicBezTo>
                  <a:pt x="36433" y="42317"/>
                  <a:pt x="37836" y="43682"/>
                  <a:pt x="38708" y="45350"/>
                </a:cubicBezTo>
                <a:cubicBezTo>
                  <a:pt x="39580" y="46981"/>
                  <a:pt x="40054" y="48782"/>
                  <a:pt x="40471" y="50545"/>
                </a:cubicBezTo>
                <a:cubicBezTo>
                  <a:pt x="42179" y="57664"/>
                  <a:pt x="43282" y="64918"/>
                  <a:pt x="43803" y="72216"/>
                </a:cubicBezTo>
                <a:lnTo>
                  <a:pt x="43803" y="72216"/>
                </a:lnTo>
                <a:cubicBezTo>
                  <a:pt x="43494" y="72599"/>
                  <a:pt x="43186" y="72983"/>
                  <a:pt x="42879" y="73369"/>
                </a:cubicBezTo>
                <a:cubicBezTo>
                  <a:pt x="40831" y="75966"/>
                  <a:pt x="38822" y="78601"/>
                  <a:pt x="37021" y="81387"/>
                </a:cubicBezTo>
                <a:cubicBezTo>
                  <a:pt x="35277" y="84098"/>
                  <a:pt x="33571" y="87018"/>
                  <a:pt x="32471" y="90070"/>
                </a:cubicBezTo>
                <a:cubicBezTo>
                  <a:pt x="31997" y="91359"/>
                  <a:pt x="31770" y="93198"/>
                  <a:pt x="33154" y="94013"/>
                </a:cubicBezTo>
                <a:cubicBezTo>
                  <a:pt x="33534" y="94235"/>
                  <a:pt x="33946" y="94326"/>
                  <a:pt x="34367" y="94326"/>
                </a:cubicBezTo>
                <a:cubicBezTo>
                  <a:pt x="35456" y="94326"/>
                  <a:pt x="36609" y="93717"/>
                  <a:pt x="37457" y="93198"/>
                </a:cubicBezTo>
                <a:cubicBezTo>
                  <a:pt x="37514" y="93160"/>
                  <a:pt x="37533" y="93103"/>
                  <a:pt x="37514" y="93046"/>
                </a:cubicBezTo>
                <a:cubicBezTo>
                  <a:pt x="36725" y="90076"/>
                  <a:pt x="36309" y="87016"/>
                  <a:pt x="36300" y="83937"/>
                </a:cubicBezTo>
                <a:lnTo>
                  <a:pt x="36300" y="83937"/>
                </a:lnTo>
                <a:cubicBezTo>
                  <a:pt x="38208" y="86250"/>
                  <a:pt x="37579" y="89653"/>
                  <a:pt x="38348" y="92383"/>
                </a:cubicBezTo>
                <a:cubicBezTo>
                  <a:pt x="38500" y="93065"/>
                  <a:pt x="38803" y="93710"/>
                  <a:pt x="39201" y="94297"/>
                </a:cubicBezTo>
                <a:cubicBezTo>
                  <a:pt x="39289" y="94413"/>
                  <a:pt x="39407" y="94460"/>
                  <a:pt x="39532" y="94460"/>
                </a:cubicBezTo>
                <a:cubicBezTo>
                  <a:pt x="39756" y="94460"/>
                  <a:pt x="40003" y="94309"/>
                  <a:pt x="40149" y="94127"/>
                </a:cubicBezTo>
                <a:cubicBezTo>
                  <a:pt x="40490" y="93728"/>
                  <a:pt x="40566" y="93103"/>
                  <a:pt x="40547" y="92591"/>
                </a:cubicBezTo>
                <a:cubicBezTo>
                  <a:pt x="40509" y="91681"/>
                  <a:pt x="40244" y="90752"/>
                  <a:pt x="40092" y="89861"/>
                </a:cubicBezTo>
                <a:cubicBezTo>
                  <a:pt x="39670" y="87551"/>
                  <a:pt x="39266" y="85241"/>
                  <a:pt x="38846" y="82914"/>
                </a:cubicBezTo>
                <a:lnTo>
                  <a:pt x="38846" y="82914"/>
                </a:lnTo>
                <a:cubicBezTo>
                  <a:pt x="40217" y="83575"/>
                  <a:pt x="40753" y="85091"/>
                  <a:pt x="41116" y="86487"/>
                </a:cubicBezTo>
                <a:cubicBezTo>
                  <a:pt x="41305" y="87245"/>
                  <a:pt x="41438" y="88022"/>
                  <a:pt x="41628" y="88781"/>
                </a:cubicBezTo>
                <a:cubicBezTo>
                  <a:pt x="41760" y="89349"/>
                  <a:pt x="41874" y="90146"/>
                  <a:pt x="42443" y="90468"/>
                </a:cubicBezTo>
                <a:cubicBezTo>
                  <a:pt x="42589" y="90550"/>
                  <a:pt x="42735" y="90587"/>
                  <a:pt x="42876" y="90587"/>
                </a:cubicBezTo>
                <a:cubicBezTo>
                  <a:pt x="43193" y="90587"/>
                  <a:pt x="43484" y="90402"/>
                  <a:pt x="43694" y="90127"/>
                </a:cubicBezTo>
                <a:cubicBezTo>
                  <a:pt x="44168" y="89539"/>
                  <a:pt x="44225" y="88781"/>
                  <a:pt x="44263" y="88060"/>
                </a:cubicBezTo>
                <a:cubicBezTo>
                  <a:pt x="44376" y="85842"/>
                  <a:pt x="44433" y="83624"/>
                  <a:pt x="44433" y="81425"/>
                </a:cubicBezTo>
                <a:cubicBezTo>
                  <a:pt x="44433" y="78462"/>
                  <a:pt x="44333" y="75502"/>
                  <a:pt x="44134" y="72549"/>
                </a:cubicBezTo>
                <a:lnTo>
                  <a:pt x="44134" y="72549"/>
                </a:lnTo>
                <a:cubicBezTo>
                  <a:pt x="45525" y="70831"/>
                  <a:pt x="46934" y="69129"/>
                  <a:pt x="48319" y="67416"/>
                </a:cubicBezTo>
                <a:cubicBezTo>
                  <a:pt x="50916" y="64213"/>
                  <a:pt x="53457" y="60952"/>
                  <a:pt x="55694" y="57464"/>
                </a:cubicBezTo>
                <a:cubicBezTo>
                  <a:pt x="55812" y="57293"/>
                  <a:pt x="55657" y="57122"/>
                  <a:pt x="55493" y="57122"/>
                </a:cubicBezTo>
                <a:cubicBezTo>
                  <a:pt x="55421" y="57122"/>
                  <a:pt x="55348" y="57155"/>
                  <a:pt x="55295" y="57236"/>
                </a:cubicBezTo>
                <a:cubicBezTo>
                  <a:pt x="51966" y="62402"/>
                  <a:pt x="47953" y="67087"/>
                  <a:pt x="44086" y="71866"/>
                </a:cubicBezTo>
                <a:lnTo>
                  <a:pt x="44086" y="71866"/>
                </a:lnTo>
                <a:cubicBezTo>
                  <a:pt x="43682" y="66321"/>
                  <a:pt x="42926" y="60806"/>
                  <a:pt x="41817" y="55360"/>
                </a:cubicBezTo>
                <a:cubicBezTo>
                  <a:pt x="41400" y="53255"/>
                  <a:pt x="40945" y="51132"/>
                  <a:pt x="40376" y="49066"/>
                </a:cubicBezTo>
                <a:cubicBezTo>
                  <a:pt x="39921" y="47379"/>
                  <a:pt x="39315" y="45673"/>
                  <a:pt x="38310" y="44213"/>
                </a:cubicBezTo>
                <a:cubicBezTo>
                  <a:pt x="36130" y="41104"/>
                  <a:pt x="32301" y="40175"/>
                  <a:pt x="28737" y="39739"/>
                </a:cubicBezTo>
                <a:cubicBezTo>
                  <a:pt x="27406" y="39567"/>
                  <a:pt x="26076" y="39485"/>
                  <a:pt x="24745" y="39485"/>
                </a:cubicBezTo>
                <a:cubicBezTo>
                  <a:pt x="23877" y="39485"/>
                  <a:pt x="23008" y="39520"/>
                  <a:pt x="22140" y="39587"/>
                </a:cubicBezTo>
                <a:cubicBezTo>
                  <a:pt x="21041" y="39680"/>
                  <a:pt x="19854" y="39911"/>
                  <a:pt x="18707" y="39911"/>
                </a:cubicBezTo>
                <a:cubicBezTo>
                  <a:pt x="17736" y="39911"/>
                  <a:pt x="16794" y="39745"/>
                  <a:pt x="15960" y="39189"/>
                </a:cubicBezTo>
                <a:cubicBezTo>
                  <a:pt x="14519" y="38204"/>
                  <a:pt x="13780" y="36479"/>
                  <a:pt x="13173" y="34924"/>
                </a:cubicBezTo>
                <a:cubicBezTo>
                  <a:pt x="12339" y="32820"/>
                  <a:pt x="11543" y="30735"/>
                  <a:pt x="10728" y="28630"/>
                </a:cubicBezTo>
                <a:cubicBezTo>
                  <a:pt x="7505" y="20194"/>
                  <a:pt x="4377" y="11721"/>
                  <a:pt x="1344" y="3228"/>
                </a:cubicBezTo>
                <a:cubicBezTo>
                  <a:pt x="965" y="2166"/>
                  <a:pt x="586" y="1124"/>
                  <a:pt x="226" y="62"/>
                </a:cubicBezTo>
                <a:cubicBezTo>
                  <a:pt x="204" y="19"/>
                  <a:pt x="163" y="0"/>
                  <a:pt x="124" y="0"/>
                </a:cubicBezTo>
                <a:close/>
              </a:path>
            </a:pathLst>
          </a:custGeom>
          <a:solidFill>
            <a:srgbClr val="1C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535" name="Google Shape;1535;p25"/>
          <p:cNvPicPr preferRelativeResize="0"/>
          <p:nvPr/>
        </p:nvPicPr>
        <p:blipFill>
          <a:blip r:embed="rId4">
            <a:alphaModFix amt="74000"/>
          </a:blip>
          <a:stretch>
            <a:fillRect/>
          </a:stretch>
        </p:blipFill>
        <p:spPr>
          <a:xfrm rot="7675040">
            <a:off x="2669916" y="-1516164"/>
            <a:ext cx="2894877" cy="2593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6" name="Google Shape;1536;p25"/>
          <p:cNvPicPr preferRelativeResize="0"/>
          <p:nvPr/>
        </p:nvPicPr>
        <p:blipFill>
          <a:blip r:embed="rId5">
            <a:alphaModFix amt="74000"/>
          </a:blip>
          <a:stretch>
            <a:fillRect/>
          </a:stretch>
        </p:blipFill>
        <p:spPr>
          <a:xfrm rot="-9631575" flipH="1">
            <a:off x="-1503235" y="-1230424"/>
            <a:ext cx="2894874" cy="2593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">
    <p:spTree>
      <p:nvGrpSpPr>
        <p:cNvPr id="1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26"/>
          <p:cNvSpPr txBox="1">
            <a:spLocks noGrp="1"/>
          </p:cNvSpPr>
          <p:nvPr>
            <p:ph type="subTitle" idx="1"/>
          </p:nvPr>
        </p:nvSpPr>
        <p:spPr>
          <a:xfrm>
            <a:off x="544025" y="3120381"/>
            <a:ext cx="2286000" cy="47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9pPr>
          </a:lstStyle>
          <a:p/>
        </p:txBody>
      </p:sp>
      <p:sp>
        <p:nvSpPr>
          <p:cNvPr id="1539" name="Google Shape;1539;p26"/>
          <p:cNvSpPr txBox="1">
            <a:spLocks noGrp="1"/>
          </p:cNvSpPr>
          <p:nvPr>
            <p:ph type="subTitle" idx="2"/>
          </p:nvPr>
        </p:nvSpPr>
        <p:spPr>
          <a:xfrm>
            <a:off x="544025" y="3429595"/>
            <a:ext cx="2286000" cy="84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40" name="Google Shape;1540;p26"/>
          <p:cNvSpPr txBox="1">
            <a:spLocks noGrp="1"/>
          </p:cNvSpPr>
          <p:nvPr>
            <p:ph type="subTitle" idx="3"/>
          </p:nvPr>
        </p:nvSpPr>
        <p:spPr>
          <a:xfrm>
            <a:off x="3147280" y="3120381"/>
            <a:ext cx="2467500" cy="47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9pPr>
          </a:lstStyle>
          <a:p/>
        </p:txBody>
      </p:sp>
      <p:sp>
        <p:nvSpPr>
          <p:cNvPr id="1541" name="Google Shape;1541;p26"/>
          <p:cNvSpPr txBox="1">
            <a:spLocks noGrp="1"/>
          </p:cNvSpPr>
          <p:nvPr>
            <p:ph type="subTitle" idx="4"/>
          </p:nvPr>
        </p:nvSpPr>
        <p:spPr>
          <a:xfrm>
            <a:off x="3238030" y="3429595"/>
            <a:ext cx="2286000" cy="84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42" name="Google Shape;1542;p26"/>
          <p:cNvSpPr txBox="1">
            <a:spLocks noGrp="1"/>
          </p:cNvSpPr>
          <p:nvPr>
            <p:ph type="subTitle" idx="5"/>
          </p:nvPr>
        </p:nvSpPr>
        <p:spPr>
          <a:xfrm>
            <a:off x="5784651" y="3120381"/>
            <a:ext cx="2467500" cy="47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Overpass Black"/>
                <a:ea typeface="Overpass Black"/>
                <a:cs typeface="Overpass Black"/>
                <a:sym typeface="Overpass Black"/>
              </a:defRPr>
            </a:lvl9pPr>
          </a:lstStyle>
          <a:p/>
        </p:txBody>
      </p:sp>
      <p:sp>
        <p:nvSpPr>
          <p:cNvPr id="1543" name="Google Shape;1543;p26"/>
          <p:cNvSpPr txBox="1">
            <a:spLocks noGrp="1"/>
          </p:cNvSpPr>
          <p:nvPr>
            <p:ph type="subTitle" idx="6"/>
          </p:nvPr>
        </p:nvSpPr>
        <p:spPr>
          <a:xfrm>
            <a:off x="5875400" y="3429595"/>
            <a:ext cx="2286000" cy="84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44" name="Google Shape;1544;p26"/>
          <p:cNvSpPr txBox="1">
            <a:spLocks noGrp="1"/>
          </p:cNvSpPr>
          <p:nvPr>
            <p:ph type="title" hasCustomPrompt="1"/>
          </p:nvPr>
        </p:nvSpPr>
        <p:spPr>
          <a:xfrm>
            <a:off x="3450130" y="2341726"/>
            <a:ext cx="1861800" cy="54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545" name="Google Shape;1545;p26"/>
          <p:cNvSpPr txBox="1">
            <a:spLocks noGrp="1"/>
          </p:cNvSpPr>
          <p:nvPr>
            <p:ph type="title" idx="7" hasCustomPrompt="1"/>
          </p:nvPr>
        </p:nvSpPr>
        <p:spPr>
          <a:xfrm>
            <a:off x="6087501" y="2341726"/>
            <a:ext cx="1861800" cy="54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546" name="Google Shape;1546;p26"/>
          <p:cNvSpPr txBox="1">
            <a:spLocks noGrp="1"/>
          </p:cNvSpPr>
          <p:nvPr>
            <p:ph type="title" idx="8" hasCustomPrompt="1"/>
          </p:nvPr>
        </p:nvSpPr>
        <p:spPr>
          <a:xfrm>
            <a:off x="756125" y="2341726"/>
            <a:ext cx="1861800" cy="54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pic>
        <p:nvPicPr>
          <p:cNvPr id="1547" name="Google Shape;1547;p26"/>
          <p:cNvPicPr preferRelativeResize="0"/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 rot="-2343514" flipH="1">
            <a:off x="-1641553" y="-1719908"/>
            <a:ext cx="3297389" cy="22766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48" name="Google Shape;1548;p26"/>
          <p:cNvGrpSpPr/>
          <p:nvPr/>
        </p:nvGrpSpPr>
        <p:grpSpPr>
          <a:xfrm rot="-8099954">
            <a:off x="-459577" y="-1021623"/>
            <a:ext cx="1344367" cy="1995327"/>
            <a:chOff x="272875" y="1527563"/>
            <a:chExt cx="255950" cy="455000"/>
          </a:xfrm>
        </p:grpSpPr>
        <p:sp>
          <p:nvSpPr>
            <p:cNvPr id="1549" name="Google Shape;1549;p26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0" name="Google Shape;1550;p26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1" name="Google Shape;1551;p26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2" name="Google Shape;1552;p26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3" name="Google Shape;1553;p26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4" name="Google Shape;1554;p26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5" name="Google Shape;1555;p26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6" name="Google Shape;1556;p26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7" name="Google Shape;1557;p26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8" name="Google Shape;1558;p26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59" name="Google Shape;1559;p26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0" name="Google Shape;1560;p26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1" name="Google Shape;1561;p26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2" name="Google Shape;1562;p26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3" name="Google Shape;1563;p26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4" name="Google Shape;1564;p26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5" name="Google Shape;1565;p26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6" name="Google Shape;1566;p26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7" name="Google Shape;1567;p26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8" name="Google Shape;1568;p26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9" name="Google Shape;1569;p26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0" name="Google Shape;1570;p26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1" name="Google Shape;1571;p26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2" name="Google Shape;1572;p26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3" name="Google Shape;1573;p26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4" name="Google Shape;1574;p26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5" name="Google Shape;1575;p26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6" name="Google Shape;1576;p26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7" name="Google Shape;1577;p26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8" name="Google Shape;1578;p26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9" name="Google Shape;1579;p26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0" name="Google Shape;1580;p26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1" name="Google Shape;1581;p26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2" name="Google Shape;1582;p26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3" name="Google Shape;1583;p26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1584" name="Google Shape;1584;p26"/>
          <p:cNvPicPr preferRelativeResize="0"/>
          <p:nvPr/>
        </p:nvPicPr>
        <p:blipFill>
          <a:blip r:embed="rId3">
            <a:alphaModFix amt="74000"/>
          </a:blip>
          <a:stretch>
            <a:fillRect/>
          </a:stretch>
        </p:blipFill>
        <p:spPr>
          <a:xfrm rot="4990199" flipH="1">
            <a:off x="-1127360" y="4108621"/>
            <a:ext cx="2894870" cy="2593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5" name="Google Shape;1585;p26"/>
          <p:cNvPicPr preferRelativeResize="0"/>
          <p:nvPr/>
        </p:nvPicPr>
        <p:blipFill>
          <a:blip r:embed="rId4">
            <a:alphaModFix amt="74000"/>
          </a:blip>
          <a:stretch>
            <a:fillRect/>
          </a:stretch>
        </p:blipFill>
        <p:spPr>
          <a:xfrm rot="4990199" flipH="1">
            <a:off x="7307615" y="-922016"/>
            <a:ext cx="2894870" cy="2593321"/>
          </a:xfrm>
          <a:prstGeom prst="rect">
            <a:avLst/>
          </a:prstGeom>
          <a:noFill/>
          <a:ln>
            <a:noFill/>
          </a:ln>
        </p:spPr>
      </p:pic>
      <p:sp>
        <p:nvSpPr>
          <p:cNvPr id="1586" name="Google Shape;1586;p26"/>
          <p:cNvSpPr txBox="1">
            <a:spLocks noGrp="1"/>
          </p:cNvSpPr>
          <p:nvPr>
            <p:ph type="ctrTitle" idx="9"/>
          </p:nvPr>
        </p:nvSpPr>
        <p:spPr>
          <a:xfrm>
            <a:off x="736646" y="373025"/>
            <a:ext cx="7672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587" name="Google Shape;1587;p26"/>
          <p:cNvSpPr/>
          <p:nvPr/>
        </p:nvSpPr>
        <p:spPr>
          <a:xfrm rot="-2136675">
            <a:off x="7291512" y="4066884"/>
            <a:ext cx="2264977" cy="2165734"/>
          </a:xfrm>
          <a:custGeom>
            <a:avLst/>
            <a:gdLst/>
            <a:ahLst/>
            <a:cxnLst/>
            <a:rect l="l" t="t" r="r" b="b"/>
            <a:pathLst>
              <a:path w="21339" h="20404" extrusionOk="0">
                <a:moveTo>
                  <a:pt x="95" y="0"/>
                </a:moveTo>
                <a:cubicBezTo>
                  <a:pt x="50" y="0"/>
                  <a:pt x="0" y="36"/>
                  <a:pt x="12" y="93"/>
                </a:cubicBezTo>
                <a:cubicBezTo>
                  <a:pt x="485" y="2330"/>
                  <a:pt x="1054" y="4567"/>
                  <a:pt x="1680" y="6766"/>
                </a:cubicBezTo>
                <a:cubicBezTo>
                  <a:pt x="2324" y="8965"/>
                  <a:pt x="3045" y="11126"/>
                  <a:pt x="3822" y="13249"/>
                </a:cubicBezTo>
                <a:cubicBezTo>
                  <a:pt x="4220" y="14330"/>
                  <a:pt x="4618" y="15391"/>
                  <a:pt x="5054" y="16453"/>
                </a:cubicBezTo>
                <a:cubicBezTo>
                  <a:pt x="5225" y="16889"/>
                  <a:pt x="5433" y="17287"/>
                  <a:pt x="5699" y="17666"/>
                </a:cubicBezTo>
                <a:cubicBezTo>
                  <a:pt x="5926" y="17988"/>
                  <a:pt x="6267" y="18216"/>
                  <a:pt x="6646" y="18348"/>
                </a:cubicBezTo>
                <a:cubicBezTo>
                  <a:pt x="6705" y="18361"/>
                  <a:pt x="6764" y="18368"/>
                  <a:pt x="6823" y="18368"/>
                </a:cubicBezTo>
                <a:cubicBezTo>
                  <a:pt x="7107" y="18368"/>
                  <a:pt x="7384" y="18221"/>
                  <a:pt x="7556" y="17969"/>
                </a:cubicBezTo>
                <a:cubicBezTo>
                  <a:pt x="7746" y="17609"/>
                  <a:pt x="7784" y="17173"/>
                  <a:pt x="7708" y="16775"/>
                </a:cubicBezTo>
                <a:cubicBezTo>
                  <a:pt x="7519" y="15770"/>
                  <a:pt x="7253" y="14784"/>
                  <a:pt x="6893" y="13837"/>
                </a:cubicBezTo>
                <a:cubicBezTo>
                  <a:pt x="6248" y="11941"/>
                  <a:pt x="5414" y="9969"/>
                  <a:pt x="5528" y="7922"/>
                </a:cubicBezTo>
                <a:cubicBezTo>
                  <a:pt x="5543" y="7707"/>
                  <a:pt x="5559" y="7504"/>
                  <a:pt x="5594" y="7294"/>
                </a:cubicBezTo>
                <a:lnTo>
                  <a:pt x="5594" y="7294"/>
                </a:lnTo>
                <a:cubicBezTo>
                  <a:pt x="6312" y="7702"/>
                  <a:pt x="6661" y="8502"/>
                  <a:pt x="6893" y="9268"/>
                </a:cubicBezTo>
                <a:cubicBezTo>
                  <a:pt x="7234" y="10349"/>
                  <a:pt x="7519" y="11467"/>
                  <a:pt x="7822" y="12567"/>
                </a:cubicBezTo>
                <a:lnTo>
                  <a:pt x="8789" y="16036"/>
                </a:lnTo>
                <a:cubicBezTo>
                  <a:pt x="8940" y="16604"/>
                  <a:pt x="9111" y="17173"/>
                  <a:pt x="9263" y="17742"/>
                </a:cubicBezTo>
                <a:cubicBezTo>
                  <a:pt x="9376" y="18216"/>
                  <a:pt x="9509" y="18652"/>
                  <a:pt x="9699" y="19107"/>
                </a:cubicBezTo>
                <a:cubicBezTo>
                  <a:pt x="9966" y="19713"/>
                  <a:pt x="10452" y="20404"/>
                  <a:pt x="11172" y="20404"/>
                </a:cubicBezTo>
                <a:cubicBezTo>
                  <a:pt x="11217" y="20404"/>
                  <a:pt x="11263" y="20401"/>
                  <a:pt x="11310" y="20396"/>
                </a:cubicBezTo>
                <a:cubicBezTo>
                  <a:pt x="11708" y="20339"/>
                  <a:pt x="12068" y="20092"/>
                  <a:pt x="12258" y="19732"/>
                </a:cubicBezTo>
                <a:cubicBezTo>
                  <a:pt x="12485" y="19334"/>
                  <a:pt x="12580" y="18860"/>
                  <a:pt x="12504" y="18405"/>
                </a:cubicBezTo>
                <a:cubicBezTo>
                  <a:pt x="12390" y="17855"/>
                  <a:pt x="12239" y="17306"/>
                  <a:pt x="12030" y="16794"/>
                </a:cubicBezTo>
                <a:cubicBezTo>
                  <a:pt x="11841" y="16263"/>
                  <a:pt x="11651" y="15713"/>
                  <a:pt x="11462" y="15183"/>
                </a:cubicBezTo>
                <a:cubicBezTo>
                  <a:pt x="11101" y="14083"/>
                  <a:pt x="10779" y="12965"/>
                  <a:pt x="10457" y="11865"/>
                </a:cubicBezTo>
                <a:cubicBezTo>
                  <a:pt x="10154" y="10766"/>
                  <a:pt x="9869" y="9628"/>
                  <a:pt x="9623" y="8491"/>
                </a:cubicBezTo>
                <a:cubicBezTo>
                  <a:pt x="9414" y="7486"/>
                  <a:pt x="9168" y="6424"/>
                  <a:pt x="9414" y="5420"/>
                </a:cubicBezTo>
                <a:cubicBezTo>
                  <a:pt x="9462" y="5197"/>
                  <a:pt x="9536" y="5002"/>
                  <a:pt x="9626" y="4810"/>
                </a:cubicBezTo>
                <a:lnTo>
                  <a:pt x="9626" y="4810"/>
                </a:lnTo>
                <a:cubicBezTo>
                  <a:pt x="11118" y="5773"/>
                  <a:pt x="11814" y="7472"/>
                  <a:pt x="12239" y="9135"/>
                </a:cubicBezTo>
                <a:cubicBezTo>
                  <a:pt x="12485" y="10026"/>
                  <a:pt x="12637" y="10936"/>
                  <a:pt x="12807" y="11846"/>
                </a:cubicBezTo>
                <a:cubicBezTo>
                  <a:pt x="13035" y="13040"/>
                  <a:pt x="13300" y="14216"/>
                  <a:pt x="13623" y="15391"/>
                </a:cubicBezTo>
                <a:cubicBezTo>
                  <a:pt x="13945" y="16547"/>
                  <a:pt x="14324" y="17723"/>
                  <a:pt x="14741" y="18879"/>
                </a:cubicBezTo>
                <a:cubicBezTo>
                  <a:pt x="14912" y="19315"/>
                  <a:pt x="15063" y="19827"/>
                  <a:pt x="15480" y="20092"/>
                </a:cubicBezTo>
                <a:cubicBezTo>
                  <a:pt x="15595" y="20165"/>
                  <a:pt x="15723" y="20199"/>
                  <a:pt x="15849" y="20199"/>
                </a:cubicBezTo>
                <a:cubicBezTo>
                  <a:pt x="16119" y="20199"/>
                  <a:pt x="16382" y="20042"/>
                  <a:pt x="16485" y="19770"/>
                </a:cubicBezTo>
                <a:cubicBezTo>
                  <a:pt x="16694" y="19334"/>
                  <a:pt x="16675" y="18765"/>
                  <a:pt x="16656" y="18292"/>
                </a:cubicBezTo>
                <a:cubicBezTo>
                  <a:pt x="16637" y="17723"/>
                  <a:pt x="16542" y="17154"/>
                  <a:pt x="16428" y="16585"/>
                </a:cubicBezTo>
                <a:cubicBezTo>
                  <a:pt x="16125" y="15467"/>
                  <a:pt x="15746" y="14348"/>
                  <a:pt x="15291" y="13268"/>
                </a:cubicBezTo>
                <a:cubicBezTo>
                  <a:pt x="14419" y="10993"/>
                  <a:pt x="13793" y="8623"/>
                  <a:pt x="13433" y="6216"/>
                </a:cubicBezTo>
                <a:cubicBezTo>
                  <a:pt x="13360" y="5689"/>
                  <a:pt x="13392" y="4465"/>
                  <a:pt x="14163" y="4465"/>
                </a:cubicBezTo>
                <a:cubicBezTo>
                  <a:pt x="14197" y="4465"/>
                  <a:pt x="14231" y="4467"/>
                  <a:pt x="14267" y="4472"/>
                </a:cubicBezTo>
                <a:cubicBezTo>
                  <a:pt x="14741" y="4548"/>
                  <a:pt x="15025" y="5060"/>
                  <a:pt x="15234" y="5439"/>
                </a:cubicBezTo>
                <a:cubicBezTo>
                  <a:pt x="15499" y="5913"/>
                  <a:pt x="15727" y="6406"/>
                  <a:pt x="15935" y="6898"/>
                </a:cubicBezTo>
                <a:cubicBezTo>
                  <a:pt x="16732" y="8946"/>
                  <a:pt x="17111" y="11107"/>
                  <a:pt x="17452" y="13268"/>
                </a:cubicBezTo>
                <a:cubicBezTo>
                  <a:pt x="17623" y="14348"/>
                  <a:pt x="17793" y="15429"/>
                  <a:pt x="18002" y="16510"/>
                </a:cubicBezTo>
                <a:cubicBezTo>
                  <a:pt x="18096" y="17040"/>
                  <a:pt x="18229" y="17590"/>
                  <a:pt x="18362" y="18121"/>
                </a:cubicBezTo>
                <a:cubicBezTo>
                  <a:pt x="18476" y="18557"/>
                  <a:pt x="18627" y="19031"/>
                  <a:pt x="18968" y="19334"/>
                </a:cubicBezTo>
                <a:cubicBezTo>
                  <a:pt x="19197" y="19533"/>
                  <a:pt x="19456" y="19618"/>
                  <a:pt x="19715" y="19618"/>
                </a:cubicBezTo>
                <a:cubicBezTo>
                  <a:pt x="20273" y="19618"/>
                  <a:pt x="20833" y="19220"/>
                  <a:pt x="21092" y="18690"/>
                </a:cubicBezTo>
                <a:cubicBezTo>
                  <a:pt x="21300" y="18178"/>
                  <a:pt x="21338" y="17628"/>
                  <a:pt x="21205" y="17078"/>
                </a:cubicBezTo>
                <a:cubicBezTo>
                  <a:pt x="21111" y="16472"/>
                  <a:pt x="20902" y="15884"/>
                  <a:pt x="20731" y="15277"/>
                </a:cubicBezTo>
                <a:lnTo>
                  <a:pt x="18684" y="7903"/>
                </a:lnTo>
                <a:cubicBezTo>
                  <a:pt x="18514" y="7315"/>
                  <a:pt x="18362" y="6728"/>
                  <a:pt x="18191" y="6102"/>
                </a:cubicBezTo>
                <a:cubicBezTo>
                  <a:pt x="18162" y="6043"/>
                  <a:pt x="18106" y="6015"/>
                  <a:pt x="18051" y="6015"/>
                </a:cubicBezTo>
                <a:cubicBezTo>
                  <a:pt x="17966" y="6015"/>
                  <a:pt x="17884" y="6082"/>
                  <a:pt x="17907" y="6197"/>
                </a:cubicBezTo>
                <a:cubicBezTo>
                  <a:pt x="18589" y="8623"/>
                  <a:pt x="19253" y="11050"/>
                  <a:pt x="19935" y="13476"/>
                </a:cubicBezTo>
                <a:lnTo>
                  <a:pt x="20428" y="15315"/>
                </a:lnTo>
                <a:cubicBezTo>
                  <a:pt x="20599" y="15903"/>
                  <a:pt x="20788" y="16491"/>
                  <a:pt x="20902" y="17078"/>
                </a:cubicBezTo>
                <a:cubicBezTo>
                  <a:pt x="21016" y="17609"/>
                  <a:pt x="21035" y="18216"/>
                  <a:pt x="20750" y="18690"/>
                </a:cubicBezTo>
                <a:cubicBezTo>
                  <a:pt x="20542" y="19050"/>
                  <a:pt x="20144" y="19296"/>
                  <a:pt x="19727" y="19334"/>
                </a:cubicBezTo>
                <a:cubicBezTo>
                  <a:pt x="19253" y="19334"/>
                  <a:pt x="18950" y="18917"/>
                  <a:pt x="18798" y="18519"/>
                </a:cubicBezTo>
                <a:cubicBezTo>
                  <a:pt x="18627" y="18026"/>
                  <a:pt x="18495" y="17533"/>
                  <a:pt x="18400" y="17040"/>
                </a:cubicBezTo>
                <a:cubicBezTo>
                  <a:pt x="18172" y="15979"/>
                  <a:pt x="17983" y="14898"/>
                  <a:pt x="17812" y="13837"/>
                </a:cubicBezTo>
                <a:cubicBezTo>
                  <a:pt x="17452" y="11713"/>
                  <a:pt x="17130" y="9571"/>
                  <a:pt x="16428" y="7524"/>
                </a:cubicBezTo>
                <a:cubicBezTo>
                  <a:pt x="16239" y="7031"/>
                  <a:pt x="16049" y="6538"/>
                  <a:pt x="15822" y="6064"/>
                </a:cubicBezTo>
                <a:cubicBezTo>
                  <a:pt x="15632" y="5590"/>
                  <a:pt x="15386" y="5154"/>
                  <a:pt x="15082" y="4756"/>
                </a:cubicBezTo>
                <a:cubicBezTo>
                  <a:pt x="14841" y="4446"/>
                  <a:pt x="14506" y="4199"/>
                  <a:pt x="14120" y="4199"/>
                </a:cubicBezTo>
                <a:cubicBezTo>
                  <a:pt x="14081" y="4199"/>
                  <a:pt x="14042" y="4201"/>
                  <a:pt x="14002" y="4207"/>
                </a:cubicBezTo>
                <a:cubicBezTo>
                  <a:pt x="13661" y="4282"/>
                  <a:pt x="13395" y="4529"/>
                  <a:pt x="13281" y="4851"/>
                </a:cubicBezTo>
                <a:cubicBezTo>
                  <a:pt x="13149" y="5230"/>
                  <a:pt x="13092" y="5609"/>
                  <a:pt x="13130" y="6007"/>
                </a:cubicBezTo>
                <a:cubicBezTo>
                  <a:pt x="13187" y="6538"/>
                  <a:pt x="13281" y="7088"/>
                  <a:pt x="13395" y="7619"/>
                </a:cubicBezTo>
                <a:cubicBezTo>
                  <a:pt x="13623" y="8794"/>
                  <a:pt x="13907" y="9969"/>
                  <a:pt x="14267" y="11126"/>
                </a:cubicBezTo>
                <a:cubicBezTo>
                  <a:pt x="14608" y="12244"/>
                  <a:pt x="15044" y="13344"/>
                  <a:pt x="15442" y="14443"/>
                </a:cubicBezTo>
                <a:cubicBezTo>
                  <a:pt x="15879" y="15524"/>
                  <a:pt x="16182" y="16642"/>
                  <a:pt x="16333" y="17799"/>
                </a:cubicBezTo>
                <a:cubicBezTo>
                  <a:pt x="16409" y="18329"/>
                  <a:pt x="16390" y="18879"/>
                  <a:pt x="16296" y="19410"/>
                </a:cubicBezTo>
                <a:cubicBezTo>
                  <a:pt x="16277" y="19618"/>
                  <a:pt x="16144" y="19789"/>
                  <a:pt x="15973" y="19884"/>
                </a:cubicBezTo>
                <a:cubicBezTo>
                  <a:pt x="15943" y="19889"/>
                  <a:pt x="15912" y="19892"/>
                  <a:pt x="15882" y="19892"/>
                </a:cubicBezTo>
                <a:cubicBezTo>
                  <a:pt x="15710" y="19892"/>
                  <a:pt x="15558" y="19802"/>
                  <a:pt x="15461" y="19656"/>
                </a:cubicBezTo>
                <a:cubicBezTo>
                  <a:pt x="15329" y="19467"/>
                  <a:pt x="15215" y="19258"/>
                  <a:pt x="15139" y="19031"/>
                </a:cubicBezTo>
                <a:cubicBezTo>
                  <a:pt x="15025" y="18746"/>
                  <a:pt x="14912" y="18481"/>
                  <a:pt x="14817" y="18197"/>
                </a:cubicBezTo>
                <a:cubicBezTo>
                  <a:pt x="14608" y="17628"/>
                  <a:pt x="14419" y="17059"/>
                  <a:pt x="14248" y="16491"/>
                </a:cubicBezTo>
                <a:cubicBezTo>
                  <a:pt x="13888" y="15353"/>
                  <a:pt x="13566" y="14178"/>
                  <a:pt x="13300" y="13003"/>
                </a:cubicBezTo>
                <a:cubicBezTo>
                  <a:pt x="13073" y="12017"/>
                  <a:pt x="12921" y="11031"/>
                  <a:pt x="12694" y="10045"/>
                </a:cubicBezTo>
                <a:cubicBezTo>
                  <a:pt x="12334" y="8377"/>
                  <a:pt x="11822" y="6576"/>
                  <a:pt x="10590" y="5306"/>
                </a:cubicBezTo>
                <a:cubicBezTo>
                  <a:pt x="10305" y="5022"/>
                  <a:pt x="9983" y="4756"/>
                  <a:pt x="9623" y="4548"/>
                </a:cubicBezTo>
                <a:cubicBezTo>
                  <a:pt x="9603" y="4534"/>
                  <a:pt x="9580" y="4528"/>
                  <a:pt x="9558" y="4528"/>
                </a:cubicBezTo>
                <a:cubicBezTo>
                  <a:pt x="9517" y="4528"/>
                  <a:pt x="9477" y="4549"/>
                  <a:pt x="9452" y="4586"/>
                </a:cubicBezTo>
                <a:cubicBezTo>
                  <a:pt x="8978" y="5458"/>
                  <a:pt x="9016" y="6481"/>
                  <a:pt x="9168" y="7448"/>
                </a:cubicBezTo>
                <a:cubicBezTo>
                  <a:pt x="9338" y="8510"/>
                  <a:pt x="9604" y="9571"/>
                  <a:pt x="9869" y="10633"/>
                </a:cubicBezTo>
                <a:cubicBezTo>
                  <a:pt x="10438" y="12832"/>
                  <a:pt x="11101" y="14993"/>
                  <a:pt x="11879" y="17135"/>
                </a:cubicBezTo>
                <a:cubicBezTo>
                  <a:pt x="12182" y="18007"/>
                  <a:pt x="12618" y="19182"/>
                  <a:pt x="11784" y="19922"/>
                </a:cubicBezTo>
                <a:cubicBezTo>
                  <a:pt x="11612" y="20082"/>
                  <a:pt x="11386" y="20166"/>
                  <a:pt x="11158" y="20166"/>
                </a:cubicBezTo>
                <a:cubicBezTo>
                  <a:pt x="11008" y="20166"/>
                  <a:pt x="10858" y="20130"/>
                  <a:pt x="10722" y="20055"/>
                </a:cubicBezTo>
                <a:cubicBezTo>
                  <a:pt x="10400" y="19827"/>
                  <a:pt x="10172" y="19524"/>
                  <a:pt x="10021" y="19182"/>
                </a:cubicBezTo>
                <a:cubicBezTo>
                  <a:pt x="9831" y="18784"/>
                  <a:pt x="9699" y="18367"/>
                  <a:pt x="9585" y="17950"/>
                </a:cubicBezTo>
                <a:lnTo>
                  <a:pt x="9111" y="16244"/>
                </a:lnTo>
                <a:lnTo>
                  <a:pt x="8125" y="12832"/>
                </a:lnTo>
                <a:cubicBezTo>
                  <a:pt x="7822" y="11732"/>
                  <a:pt x="7519" y="10614"/>
                  <a:pt x="7177" y="9514"/>
                </a:cubicBezTo>
                <a:cubicBezTo>
                  <a:pt x="6950" y="8737"/>
                  <a:pt x="6665" y="7903"/>
                  <a:pt x="6059" y="7353"/>
                </a:cubicBezTo>
                <a:cubicBezTo>
                  <a:pt x="5907" y="7221"/>
                  <a:pt x="5737" y="7107"/>
                  <a:pt x="5547" y="7012"/>
                </a:cubicBezTo>
                <a:cubicBezTo>
                  <a:pt x="5534" y="7008"/>
                  <a:pt x="5519" y="7005"/>
                  <a:pt x="5505" y="7005"/>
                </a:cubicBezTo>
                <a:cubicBezTo>
                  <a:pt x="5457" y="7005"/>
                  <a:pt x="5410" y="7030"/>
                  <a:pt x="5395" y="7088"/>
                </a:cubicBezTo>
                <a:cubicBezTo>
                  <a:pt x="5054" y="9041"/>
                  <a:pt x="5661" y="10936"/>
                  <a:pt x="6305" y="12775"/>
                </a:cubicBezTo>
                <a:cubicBezTo>
                  <a:pt x="6628" y="13723"/>
                  <a:pt x="6988" y="14671"/>
                  <a:pt x="7253" y="15638"/>
                </a:cubicBezTo>
                <a:cubicBezTo>
                  <a:pt x="7386" y="16093"/>
                  <a:pt x="7481" y="16566"/>
                  <a:pt x="7537" y="17059"/>
                </a:cubicBezTo>
                <a:cubicBezTo>
                  <a:pt x="7556" y="17457"/>
                  <a:pt x="7481" y="17969"/>
                  <a:pt x="7064" y="18121"/>
                </a:cubicBezTo>
                <a:cubicBezTo>
                  <a:pt x="6994" y="18147"/>
                  <a:pt x="6924" y="18158"/>
                  <a:pt x="6855" y="18158"/>
                </a:cubicBezTo>
                <a:cubicBezTo>
                  <a:pt x="6568" y="18158"/>
                  <a:pt x="6295" y="17959"/>
                  <a:pt x="6097" y="17761"/>
                </a:cubicBezTo>
                <a:cubicBezTo>
                  <a:pt x="5774" y="17438"/>
                  <a:pt x="5547" y="17059"/>
                  <a:pt x="5376" y="16642"/>
                </a:cubicBezTo>
                <a:cubicBezTo>
                  <a:pt x="4959" y="15619"/>
                  <a:pt x="4561" y="14595"/>
                  <a:pt x="4182" y="13571"/>
                </a:cubicBezTo>
                <a:cubicBezTo>
                  <a:pt x="3405" y="11505"/>
                  <a:pt x="2703" y="9401"/>
                  <a:pt x="2059" y="7278"/>
                </a:cubicBezTo>
                <a:cubicBezTo>
                  <a:pt x="1414" y="5154"/>
                  <a:pt x="846" y="3012"/>
                  <a:pt x="334" y="851"/>
                </a:cubicBezTo>
                <a:cubicBezTo>
                  <a:pt x="277" y="586"/>
                  <a:pt x="220" y="320"/>
                  <a:pt x="163" y="55"/>
                </a:cubicBezTo>
                <a:cubicBezTo>
                  <a:pt x="156" y="17"/>
                  <a:pt x="126" y="0"/>
                  <a:pt x="95" y="0"/>
                </a:cubicBezTo>
                <a:close/>
              </a:path>
            </a:pathLst>
          </a:custGeom>
          <a:solidFill>
            <a:srgbClr val="3C8D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CUSTOM_4">
    <p:spTree>
      <p:nvGrpSpPr>
        <p:cNvPr id="1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9" name="Google Shape;1589;p27"/>
          <p:cNvPicPr preferRelativeResize="0"/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 rot="-2343514" flipH="1">
            <a:off x="-1166545" y="-1270720"/>
            <a:ext cx="3297389" cy="22766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0" name="Google Shape;1590;p27"/>
          <p:cNvGrpSpPr/>
          <p:nvPr/>
        </p:nvGrpSpPr>
        <p:grpSpPr>
          <a:xfrm rot="-8099954">
            <a:off x="15431" y="-572435"/>
            <a:ext cx="1344367" cy="1995327"/>
            <a:chOff x="272875" y="1527563"/>
            <a:chExt cx="255950" cy="455000"/>
          </a:xfrm>
        </p:grpSpPr>
        <p:sp>
          <p:nvSpPr>
            <p:cNvPr id="1591" name="Google Shape;1591;p27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2" name="Google Shape;1592;p27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3" name="Google Shape;1593;p27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4" name="Google Shape;1594;p27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5" name="Google Shape;1595;p27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6" name="Google Shape;1596;p27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7" name="Google Shape;1597;p27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8" name="Google Shape;1598;p27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9" name="Google Shape;1599;p27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0" name="Google Shape;1600;p27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1" name="Google Shape;1601;p27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2" name="Google Shape;1602;p27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3" name="Google Shape;1603;p27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4" name="Google Shape;1604;p27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5" name="Google Shape;1605;p27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6" name="Google Shape;1606;p27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7" name="Google Shape;1607;p27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8" name="Google Shape;1608;p27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9" name="Google Shape;1609;p27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0" name="Google Shape;1610;p27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1" name="Google Shape;1611;p27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2" name="Google Shape;1612;p27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3" name="Google Shape;1613;p27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4" name="Google Shape;1614;p27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5" name="Google Shape;1615;p27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6" name="Google Shape;1616;p27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7" name="Google Shape;1617;p27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8" name="Google Shape;1618;p27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9" name="Google Shape;1619;p27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0" name="Google Shape;1620;p27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1" name="Google Shape;1621;p27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2" name="Google Shape;1622;p27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3" name="Google Shape;1623;p27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4" name="Google Shape;1624;p27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5" name="Google Shape;1625;p27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1626" name="Google Shape;1626;p27"/>
          <p:cNvPicPr preferRelativeResize="0"/>
          <p:nvPr/>
        </p:nvPicPr>
        <p:blipFill>
          <a:blip r:embed="rId3">
            <a:alphaModFix amt="74000"/>
          </a:blip>
          <a:stretch>
            <a:fillRect/>
          </a:stretch>
        </p:blipFill>
        <p:spPr>
          <a:xfrm rot="-5809801" flipH="1">
            <a:off x="7609918" y="-1097658"/>
            <a:ext cx="2894870" cy="2593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7" name="Google Shape;1627;p27"/>
          <p:cNvPicPr preferRelativeResize="0"/>
          <p:nvPr/>
        </p:nvPicPr>
        <p:blipFill>
          <a:blip r:embed="rId4">
            <a:alphaModFix amt="76000"/>
          </a:blip>
          <a:stretch>
            <a:fillRect/>
          </a:stretch>
        </p:blipFill>
        <p:spPr>
          <a:xfrm rot="10754694">
            <a:off x="2497948" y="4487275"/>
            <a:ext cx="7605809" cy="28323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28" name="Google Shape;1628;p27"/>
          <p:cNvGrpSpPr/>
          <p:nvPr/>
        </p:nvGrpSpPr>
        <p:grpSpPr>
          <a:xfrm flipH="1">
            <a:off x="-624375" y="3487614"/>
            <a:ext cx="1344377" cy="2469659"/>
            <a:chOff x="272875" y="1419395"/>
            <a:chExt cx="255950" cy="563168"/>
          </a:xfrm>
        </p:grpSpPr>
        <p:sp>
          <p:nvSpPr>
            <p:cNvPr id="1629" name="Google Shape;1629;p27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0" name="Google Shape;1630;p27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1" name="Google Shape;1631;p27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2" name="Google Shape;1632;p27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3" name="Google Shape;1633;p27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4" name="Google Shape;1634;p27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5" name="Google Shape;1635;p27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6" name="Google Shape;1636;p27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7" name="Google Shape;1637;p27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8" name="Google Shape;1638;p27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9" name="Google Shape;1639;p27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0" name="Google Shape;1640;p27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1" name="Google Shape;1641;p27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2" name="Google Shape;1642;p27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3" name="Google Shape;1643;p27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4" name="Google Shape;1644;p27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5" name="Google Shape;1645;p27"/>
            <p:cNvSpPr/>
            <p:nvPr/>
          </p:nvSpPr>
          <p:spPr>
            <a:xfrm>
              <a:off x="369050" y="1615955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6" name="Google Shape;1646;p27"/>
            <p:cNvSpPr/>
            <p:nvPr/>
          </p:nvSpPr>
          <p:spPr>
            <a:xfrm>
              <a:off x="490635" y="1582215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7" name="Google Shape;1647;p27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8" name="Google Shape;1648;p27"/>
            <p:cNvSpPr/>
            <p:nvPr/>
          </p:nvSpPr>
          <p:spPr>
            <a:xfrm>
              <a:off x="438343" y="1487068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9" name="Google Shape;1649;p27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0" name="Google Shape;1650;p27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1" name="Google Shape;1651;p27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2" name="Google Shape;1652;p27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3" name="Google Shape;1653;p27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4" name="Google Shape;1654;p27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5" name="Google Shape;1655;p27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6" name="Google Shape;1656;p27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7" name="Google Shape;1657;p27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8" name="Google Shape;1658;p27"/>
            <p:cNvSpPr/>
            <p:nvPr/>
          </p:nvSpPr>
          <p:spPr>
            <a:xfrm>
              <a:off x="360075" y="195388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9" name="Google Shape;1659;p27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0" name="Google Shape;1660;p27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1" name="Google Shape;1661;p27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2" name="Google Shape;1662;p27"/>
            <p:cNvSpPr/>
            <p:nvPr/>
          </p:nvSpPr>
          <p:spPr>
            <a:xfrm>
              <a:off x="394558" y="1560904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3" name="Google Shape;1663;p27"/>
            <p:cNvSpPr/>
            <p:nvPr/>
          </p:nvSpPr>
          <p:spPr>
            <a:xfrm>
              <a:off x="418850" y="1419395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664" name="Google Shape;1664;p27"/>
          <p:cNvSpPr txBox="1">
            <a:spLocks noGrp="1"/>
          </p:cNvSpPr>
          <p:nvPr>
            <p:ph type="title"/>
          </p:nvPr>
        </p:nvSpPr>
        <p:spPr>
          <a:xfrm>
            <a:off x="732375" y="1618170"/>
            <a:ext cx="3839700" cy="62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65" name="Google Shape;1665;p27"/>
          <p:cNvSpPr txBox="1">
            <a:spLocks noGrp="1"/>
          </p:cNvSpPr>
          <p:nvPr>
            <p:ph type="subTitle" idx="1"/>
          </p:nvPr>
        </p:nvSpPr>
        <p:spPr>
          <a:xfrm>
            <a:off x="732375" y="2191200"/>
            <a:ext cx="7691700" cy="203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50800" lvl="0" rtl="0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66" name="Google Shape;1666;p27"/>
          <p:cNvSpPr txBox="1">
            <a:spLocks noGrp="1"/>
          </p:cNvSpPr>
          <p:nvPr>
            <p:ph type="ctrTitle" idx="2"/>
          </p:nvPr>
        </p:nvSpPr>
        <p:spPr>
          <a:xfrm>
            <a:off x="736646" y="373025"/>
            <a:ext cx="7672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67" name="Google Shape;1667;p27"/>
          <p:cNvSpPr/>
          <p:nvPr/>
        </p:nvSpPr>
        <p:spPr>
          <a:xfrm rot="9899989">
            <a:off x="7836136" y="4072635"/>
            <a:ext cx="2265015" cy="2165770"/>
          </a:xfrm>
          <a:custGeom>
            <a:avLst/>
            <a:gdLst/>
            <a:ahLst/>
            <a:cxnLst/>
            <a:rect l="l" t="t" r="r" b="b"/>
            <a:pathLst>
              <a:path w="21339" h="20404" extrusionOk="0">
                <a:moveTo>
                  <a:pt x="95" y="0"/>
                </a:moveTo>
                <a:cubicBezTo>
                  <a:pt x="50" y="0"/>
                  <a:pt x="0" y="36"/>
                  <a:pt x="12" y="93"/>
                </a:cubicBezTo>
                <a:cubicBezTo>
                  <a:pt x="485" y="2330"/>
                  <a:pt x="1054" y="4567"/>
                  <a:pt x="1680" y="6766"/>
                </a:cubicBezTo>
                <a:cubicBezTo>
                  <a:pt x="2324" y="8965"/>
                  <a:pt x="3045" y="11126"/>
                  <a:pt x="3822" y="13249"/>
                </a:cubicBezTo>
                <a:cubicBezTo>
                  <a:pt x="4220" y="14330"/>
                  <a:pt x="4618" y="15391"/>
                  <a:pt x="5054" y="16453"/>
                </a:cubicBezTo>
                <a:cubicBezTo>
                  <a:pt x="5225" y="16889"/>
                  <a:pt x="5433" y="17287"/>
                  <a:pt x="5699" y="17666"/>
                </a:cubicBezTo>
                <a:cubicBezTo>
                  <a:pt x="5926" y="17988"/>
                  <a:pt x="6267" y="18216"/>
                  <a:pt x="6646" y="18348"/>
                </a:cubicBezTo>
                <a:cubicBezTo>
                  <a:pt x="6705" y="18361"/>
                  <a:pt x="6764" y="18368"/>
                  <a:pt x="6823" y="18368"/>
                </a:cubicBezTo>
                <a:cubicBezTo>
                  <a:pt x="7107" y="18368"/>
                  <a:pt x="7384" y="18221"/>
                  <a:pt x="7556" y="17969"/>
                </a:cubicBezTo>
                <a:cubicBezTo>
                  <a:pt x="7746" y="17609"/>
                  <a:pt x="7784" y="17173"/>
                  <a:pt x="7708" y="16775"/>
                </a:cubicBezTo>
                <a:cubicBezTo>
                  <a:pt x="7519" y="15770"/>
                  <a:pt x="7253" y="14784"/>
                  <a:pt x="6893" y="13837"/>
                </a:cubicBezTo>
                <a:cubicBezTo>
                  <a:pt x="6248" y="11941"/>
                  <a:pt x="5414" y="9969"/>
                  <a:pt x="5528" y="7922"/>
                </a:cubicBezTo>
                <a:cubicBezTo>
                  <a:pt x="5543" y="7707"/>
                  <a:pt x="5559" y="7504"/>
                  <a:pt x="5594" y="7294"/>
                </a:cubicBezTo>
                <a:lnTo>
                  <a:pt x="5594" y="7294"/>
                </a:lnTo>
                <a:cubicBezTo>
                  <a:pt x="6312" y="7702"/>
                  <a:pt x="6661" y="8502"/>
                  <a:pt x="6893" y="9268"/>
                </a:cubicBezTo>
                <a:cubicBezTo>
                  <a:pt x="7234" y="10349"/>
                  <a:pt x="7519" y="11467"/>
                  <a:pt x="7822" y="12567"/>
                </a:cubicBezTo>
                <a:lnTo>
                  <a:pt x="8789" y="16036"/>
                </a:lnTo>
                <a:cubicBezTo>
                  <a:pt x="8940" y="16604"/>
                  <a:pt x="9111" y="17173"/>
                  <a:pt x="9263" y="17742"/>
                </a:cubicBezTo>
                <a:cubicBezTo>
                  <a:pt x="9376" y="18216"/>
                  <a:pt x="9509" y="18652"/>
                  <a:pt x="9699" y="19107"/>
                </a:cubicBezTo>
                <a:cubicBezTo>
                  <a:pt x="9966" y="19713"/>
                  <a:pt x="10452" y="20404"/>
                  <a:pt x="11172" y="20404"/>
                </a:cubicBezTo>
                <a:cubicBezTo>
                  <a:pt x="11217" y="20404"/>
                  <a:pt x="11263" y="20401"/>
                  <a:pt x="11310" y="20396"/>
                </a:cubicBezTo>
                <a:cubicBezTo>
                  <a:pt x="11708" y="20339"/>
                  <a:pt x="12068" y="20092"/>
                  <a:pt x="12258" y="19732"/>
                </a:cubicBezTo>
                <a:cubicBezTo>
                  <a:pt x="12485" y="19334"/>
                  <a:pt x="12580" y="18860"/>
                  <a:pt x="12504" y="18405"/>
                </a:cubicBezTo>
                <a:cubicBezTo>
                  <a:pt x="12390" y="17855"/>
                  <a:pt x="12239" y="17306"/>
                  <a:pt x="12030" y="16794"/>
                </a:cubicBezTo>
                <a:cubicBezTo>
                  <a:pt x="11841" y="16263"/>
                  <a:pt x="11651" y="15713"/>
                  <a:pt x="11462" y="15183"/>
                </a:cubicBezTo>
                <a:cubicBezTo>
                  <a:pt x="11101" y="14083"/>
                  <a:pt x="10779" y="12965"/>
                  <a:pt x="10457" y="11865"/>
                </a:cubicBezTo>
                <a:cubicBezTo>
                  <a:pt x="10154" y="10766"/>
                  <a:pt x="9869" y="9628"/>
                  <a:pt x="9623" y="8491"/>
                </a:cubicBezTo>
                <a:cubicBezTo>
                  <a:pt x="9414" y="7486"/>
                  <a:pt x="9168" y="6424"/>
                  <a:pt x="9414" y="5420"/>
                </a:cubicBezTo>
                <a:cubicBezTo>
                  <a:pt x="9462" y="5197"/>
                  <a:pt x="9536" y="5002"/>
                  <a:pt x="9626" y="4810"/>
                </a:cubicBezTo>
                <a:lnTo>
                  <a:pt x="9626" y="4810"/>
                </a:lnTo>
                <a:cubicBezTo>
                  <a:pt x="11118" y="5773"/>
                  <a:pt x="11814" y="7472"/>
                  <a:pt x="12239" y="9135"/>
                </a:cubicBezTo>
                <a:cubicBezTo>
                  <a:pt x="12485" y="10026"/>
                  <a:pt x="12637" y="10936"/>
                  <a:pt x="12807" y="11846"/>
                </a:cubicBezTo>
                <a:cubicBezTo>
                  <a:pt x="13035" y="13040"/>
                  <a:pt x="13300" y="14216"/>
                  <a:pt x="13623" y="15391"/>
                </a:cubicBezTo>
                <a:cubicBezTo>
                  <a:pt x="13945" y="16547"/>
                  <a:pt x="14324" y="17723"/>
                  <a:pt x="14741" y="18879"/>
                </a:cubicBezTo>
                <a:cubicBezTo>
                  <a:pt x="14912" y="19315"/>
                  <a:pt x="15063" y="19827"/>
                  <a:pt x="15480" y="20092"/>
                </a:cubicBezTo>
                <a:cubicBezTo>
                  <a:pt x="15595" y="20165"/>
                  <a:pt x="15723" y="20199"/>
                  <a:pt x="15849" y="20199"/>
                </a:cubicBezTo>
                <a:cubicBezTo>
                  <a:pt x="16119" y="20199"/>
                  <a:pt x="16382" y="20042"/>
                  <a:pt x="16485" y="19770"/>
                </a:cubicBezTo>
                <a:cubicBezTo>
                  <a:pt x="16694" y="19334"/>
                  <a:pt x="16675" y="18765"/>
                  <a:pt x="16656" y="18292"/>
                </a:cubicBezTo>
                <a:cubicBezTo>
                  <a:pt x="16637" y="17723"/>
                  <a:pt x="16542" y="17154"/>
                  <a:pt x="16428" y="16585"/>
                </a:cubicBezTo>
                <a:cubicBezTo>
                  <a:pt x="16125" y="15467"/>
                  <a:pt x="15746" y="14348"/>
                  <a:pt x="15291" y="13268"/>
                </a:cubicBezTo>
                <a:cubicBezTo>
                  <a:pt x="14419" y="10993"/>
                  <a:pt x="13793" y="8623"/>
                  <a:pt x="13433" y="6216"/>
                </a:cubicBezTo>
                <a:cubicBezTo>
                  <a:pt x="13360" y="5689"/>
                  <a:pt x="13392" y="4465"/>
                  <a:pt x="14163" y="4465"/>
                </a:cubicBezTo>
                <a:cubicBezTo>
                  <a:pt x="14197" y="4465"/>
                  <a:pt x="14231" y="4467"/>
                  <a:pt x="14267" y="4472"/>
                </a:cubicBezTo>
                <a:cubicBezTo>
                  <a:pt x="14741" y="4548"/>
                  <a:pt x="15025" y="5060"/>
                  <a:pt x="15234" y="5439"/>
                </a:cubicBezTo>
                <a:cubicBezTo>
                  <a:pt x="15499" y="5913"/>
                  <a:pt x="15727" y="6406"/>
                  <a:pt x="15935" y="6898"/>
                </a:cubicBezTo>
                <a:cubicBezTo>
                  <a:pt x="16732" y="8946"/>
                  <a:pt x="17111" y="11107"/>
                  <a:pt x="17452" y="13268"/>
                </a:cubicBezTo>
                <a:cubicBezTo>
                  <a:pt x="17623" y="14348"/>
                  <a:pt x="17793" y="15429"/>
                  <a:pt x="18002" y="16510"/>
                </a:cubicBezTo>
                <a:cubicBezTo>
                  <a:pt x="18096" y="17040"/>
                  <a:pt x="18229" y="17590"/>
                  <a:pt x="18362" y="18121"/>
                </a:cubicBezTo>
                <a:cubicBezTo>
                  <a:pt x="18476" y="18557"/>
                  <a:pt x="18627" y="19031"/>
                  <a:pt x="18968" y="19334"/>
                </a:cubicBezTo>
                <a:cubicBezTo>
                  <a:pt x="19197" y="19533"/>
                  <a:pt x="19456" y="19618"/>
                  <a:pt x="19715" y="19618"/>
                </a:cubicBezTo>
                <a:cubicBezTo>
                  <a:pt x="20273" y="19618"/>
                  <a:pt x="20833" y="19220"/>
                  <a:pt x="21092" y="18690"/>
                </a:cubicBezTo>
                <a:cubicBezTo>
                  <a:pt x="21300" y="18178"/>
                  <a:pt x="21338" y="17628"/>
                  <a:pt x="21205" y="17078"/>
                </a:cubicBezTo>
                <a:cubicBezTo>
                  <a:pt x="21111" y="16472"/>
                  <a:pt x="20902" y="15884"/>
                  <a:pt x="20731" y="15277"/>
                </a:cubicBezTo>
                <a:lnTo>
                  <a:pt x="18684" y="7903"/>
                </a:lnTo>
                <a:cubicBezTo>
                  <a:pt x="18514" y="7315"/>
                  <a:pt x="18362" y="6728"/>
                  <a:pt x="18191" y="6102"/>
                </a:cubicBezTo>
                <a:cubicBezTo>
                  <a:pt x="18162" y="6043"/>
                  <a:pt x="18106" y="6015"/>
                  <a:pt x="18051" y="6015"/>
                </a:cubicBezTo>
                <a:cubicBezTo>
                  <a:pt x="17966" y="6015"/>
                  <a:pt x="17884" y="6082"/>
                  <a:pt x="17907" y="6197"/>
                </a:cubicBezTo>
                <a:cubicBezTo>
                  <a:pt x="18589" y="8623"/>
                  <a:pt x="19253" y="11050"/>
                  <a:pt x="19935" y="13476"/>
                </a:cubicBezTo>
                <a:lnTo>
                  <a:pt x="20428" y="15315"/>
                </a:lnTo>
                <a:cubicBezTo>
                  <a:pt x="20599" y="15903"/>
                  <a:pt x="20788" y="16491"/>
                  <a:pt x="20902" y="17078"/>
                </a:cubicBezTo>
                <a:cubicBezTo>
                  <a:pt x="21016" y="17609"/>
                  <a:pt x="21035" y="18216"/>
                  <a:pt x="20750" y="18690"/>
                </a:cubicBezTo>
                <a:cubicBezTo>
                  <a:pt x="20542" y="19050"/>
                  <a:pt x="20144" y="19296"/>
                  <a:pt x="19727" y="19334"/>
                </a:cubicBezTo>
                <a:cubicBezTo>
                  <a:pt x="19253" y="19334"/>
                  <a:pt x="18950" y="18917"/>
                  <a:pt x="18798" y="18519"/>
                </a:cubicBezTo>
                <a:cubicBezTo>
                  <a:pt x="18627" y="18026"/>
                  <a:pt x="18495" y="17533"/>
                  <a:pt x="18400" y="17040"/>
                </a:cubicBezTo>
                <a:cubicBezTo>
                  <a:pt x="18172" y="15979"/>
                  <a:pt x="17983" y="14898"/>
                  <a:pt x="17812" y="13837"/>
                </a:cubicBezTo>
                <a:cubicBezTo>
                  <a:pt x="17452" y="11713"/>
                  <a:pt x="17130" y="9571"/>
                  <a:pt x="16428" y="7524"/>
                </a:cubicBezTo>
                <a:cubicBezTo>
                  <a:pt x="16239" y="7031"/>
                  <a:pt x="16049" y="6538"/>
                  <a:pt x="15822" y="6064"/>
                </a:cubicBezTo>
                <a:cubicBezTo>
                  <a:pt x="15632" y="5590"/>
                  <a:pt x="15386" y="5154"/>
                  <a:pt x="15082" y="4756"/>
                </a:cubicBezTo>
                <a:cubicBezTo>
                  <a:pt x="14841" y="4446"/>
                  <a:pt x="14506" y="4199"/>
                  <a:pt x="14120" y="4199"/>
                </a:cubicBezTo>
                <a:cubicBezTo>
                  <a:pt x="14081" y="4199"/>
                  <a:pt x="14042" y="4201"/>
                  <a:pt x="14002" y="4207"/>
                </a:cubicBezTo>
                <a:cubicBezTo>
                  <a:pt x="13661" y="4282"/>
                  <a:pt x="13395" y="4529"/>
                  <a:pt x="13281" y="4851"/>
                </a:cubicBezTo>
                <a:cubicBezTo>
                  <a:pt x="13149" y="5230"/>
                  <a:pt x="13092" y="5609"/>
                  <a:pt x="13130" y="6007"/>
                </a:cubicBezTo>
                <a:cubicBezTo>
                  <a:pt x="13187" y="6538"/>
                  <a:pt x="13281" y="7088"/>
                  <a:pt x="13395" y="7619"/>
                </a:cubicBezTo>
                <a:cubicBezTo>
                  <a:pt x="13623" y="8794"/>
                  <a:pt x="13907" y="9969"/>
                  <a:pt x="14267" y="11126"/>
                </a:cubicBezTo>
                <a:cubicBezTo>
                  <a:pt x="14608" y="12244"/>
                  <a:pt x="15044" y="13344"/>
                  <a:pt x="15442" y="14443"/>
                </a:cubicBezTo>
                <a:cubicBezTo>
                  <a:pt x="15879" y="15524"/>
                  <a:pt x="16182" y="16642"/>
                  <a:pt x="16333" y="17799"/>
                </a:cubicBezTo>
                <a:cubicBezTo>
                  <a:pt x="16409" y="18329"/>
                  <a:pt x="16390" y="18879"/>
                  <a:pt x="16296" y="19410"/>
                </a:cubicBezTo>
                <a:cubicBezTo>
                  <a:pt x="16277" y="19618"/>
                  <a:pt x="16144" y="19789"/>
                  <a:pt x="15973" y="19884"/>
                </a:cubicBezTo>
                <a:cubicBezTo>
                  <a:pt x="15943" y="19889"/>
                  <a:pt x="15912" y="19892"/>
                  <a:pt x="15882" y="19892"/>
                </a:cubicBezTo>
                <a:cubicBezTo>
                  <a:pt x="15710" y="19892"/>
                  <a:pt x="15558" y="19802"/>
                  <a:pt x="15461" y="19656"/>
                </a:cubicBezTo>
                <a:cubicBezTo>
                  <a:pt x="15329" y="19467"/>
                  <a:pt x="15215" y="19258"/>
                  <a:pt x="15139" y="19031"/>
                </a:cubicBezTo>
                <a:cubicBezTo>
                  <a:pt x="15025" y="18746"/>
                  <a:pt x="14912" y="18481"/>
                  <a:pt x="14817" y="18197"/>
                </a:cubicBezTo>
                <a:cubicBezTo>
                  <a:pt x="14608" y="17628"/>
                  <a:pt x="14419" y="17059"/>
                  <a:pt x="14248" y="16491"/>
                </a:cubicBezTo>
                <a:cubicBezTo>
                  <a:pt x="13888" y="15353"/>
                  <a:pt x="13566" y="14178"/>
                  <a:pt x="13300" y="13003"/>
                </a:cubicBezTo>
                <a:cubicBezTo>
                  <a:pt x="13073" y="12017"/>
                  <a:pt x="12921" y="11031"/>
                  <a:pt x="12694" y="10045"/>
                </a:cubicBezTo>
                <a:cubicBezTo>
                  <a:pt x="12334" y="8377"/>
                  <a:pt x="11822" y="6576"/>
                  <a:pt x="10590" y="5306"/>
                </a:cubicBezTo>
                <a:cubicBezTo>
                  <a:pt x="10305" y="5022"/>
                  <a:pt x="9983" y="4756"/>
                  <a:pt x="9623" y="4548"/>
                </a:cubicBezTo>
                <a:cubicBezTo>
                  <a:pt x="9603" y="4534"/>
                  <a:pt x="9580" y="4528"/>
                  <a:pt x="9558" y="4528"/>
                </a:cubicBezTo>
                <a:cubicBezTo>
                  <a:pt x="9517" y="4528"/>
                  <a:pt x="9477" y="4549"/>
                  <a:pt x="9452" y="4586"/>
                </a:cubicBezTo>
                <a:cubicBezTo>
                  <a:pt x="8978" y="5458"/>
                  <a:pt x="9016" y="6481"/>
                  <a:pt x="9168" y="7448"/>
                </a:cubicBezTo>
                <a:cubicBezTo>
                  <a:pt x="9338" y="8510"/>
                  <a:pt x="9604" y="9571"/>
                  <a:pt x="9869" y="10633"/>
                </a:cubicBezTo>
                <a:cubicBezTo>
                  <a:pt x="10438" y="12832"/>
                  <a:pt x="11101" y="14993"/>
                  <a:pt x="11879" y="17135"/>
                </a:cubicBezTo>
                <a:cubicBezTo>
                  <a:pt x="12182" y="18007"/>
                  <a:pt x="12618" y="19182"/>
                  <a:pt x="11784" y="19922"/>
                </a:cubicBezTo>
                <a:cubicBezTo>
                  <a:pt x="11612" y="20082"/>
                  <a:pt x="11386" y="20166"/>
                  <a:pt x="11158" y="20166"/>
                </a:cubicBezTo>
                <a:cubicBezTo>
                  <a:pt x="11008" y="20166"/>
                  <a:pt x="10858" y="20130"/>
                  <a:pt x="10722" y="20055"/>
                </a:cubicBezTo>
                <a:cubicBezTo>
                  <a:pt x="10400" y="19827"/>
                  <a:pt x="10172" y="19524"/>
                  <a:pt x="10021" y="19182"/>
                </a:cubicBezTo>
                <a:cubicBezTo>
                  <a:pt x="9831" y="18784"/>
                  <a:pt x="9699" y="18367"/>
                  <a:pt x="9585" y="17950"/>
                </a:cubicBezTo>
                <a:lnTo>
                  <a:pt x="9111" y="16244"/>
                </a:lnTo>
                <a:lnTo>
                  <a:pt x="8125" y="12832"/>
                </a:lnTo>
                <a:cubicBezTo>
                  <a:pt x="7822" y="11732"/>
                  <a:pt x="7519" y="10614"/>
                  <a:pt x="7177" y="9514"/>
                </a:cubicBezTo>
                <a:cubicBezTo>
                  <a:pt x="6950" y="8737"/>
                  <a:pt x="6665" y="7903"/>
                  <a:pt x="6059" y="7353"/>
                </a:cubicBezTo>
                <a:cubicBezTo>
                  <a:pt x="5907" y="7221"/>
                  <a:pt x="5737" y="7107"/>
                  <a:pt x="5547" y="7012"/>
                </a:cubicBezTo>
                <a:cubicBezTo>
                  <a:pt x="5534" y="7008"/>
                  <a:pt x="5519" y="7005"/>
                  <a:pt x="5505" y="7005"/>
                </a:cubicBezTo>
                <a:cubicBezTo>
                  <a:pt x="5457" y="7005"/>
                  <a:pt x="5410" y="7030"/>
                  <a:pt x="5395" y="7088"/>
                </a:cubicBezTo>
                <a:cubicBezTo>
                  <a:pt x="5054" y="9041"/>
                  <a:pt x="5661" y="10936"/>
                  <a:pt x="6305" y="12775"/>
                </a:cubicBezTo>
                <a:cubicBezTo>
                  <a:pt x="6628" y="13723"/>
                  <a:pt x="6988" y="14671"/>
                  <a:pt x="7253" y="15638"/>
                </a:cubicBezTo>
                <a:cubicBezTo>
                  <a:pt x="7386" y="16093"/>
                  <a:pt x="7481" y="16566"/>
                  <a:pt x="7537" y="17059"/>
                </a:cubicBezTo>
                <a:cubicBezTo>
                  <a:pt x="7556" y="17457"/>
                  <a:pt x="7481" y="17969"/>
                  <a:pt x="7064" y="18121"/>
                </a:cubicBezTo>
                <a:cubicBezTo>
                  <a:pt x="6994" y="18147"/>
                  <a:pt x="6924" y="18158"/>
                  <a:pt x="6855" y="18158"/>
                </a:cubicBezTo>
                <a:cubicBezTo>
                  <a:pt x="6568" y="18158"/>
                  <a:pt x="6295" y="17959"/>
                  <a:pt x="6097" y="17761"/>
                </a:cubicBezTo>
                <a:cubicBezTo>
                  <a:pt x="5774" y="17438"/>
                  <a:pt x="5547" y="17059"/>
                  <a:pt x="5376" y="16642"/>
                </a:cubicBezTo>
                <a:cubicBezTo>
                  <a:pt x="4959" y="15619"/>
                  <a:pt x="4561" y="14595"/>
                  <a:pt x="4182" y="13571"/>
                </a:cubicBezTo>
                <a:cubicBezTo>
                  <a:pt x="3405" y="11505"/>
                  <a:pt x="2703" y="9401"/>
                  <a:pt x="2059" y="7278"/>
                </a:cubicBezTo>
                <a:cubicBezTo>
                  <a:pt x="1414" y="5154"/>
                  <a:pt x="846" y="3012"/>
                  <a:pt x="334" y="851"/>
                </a:cubicBezTo>
                <a:cubicBezTo>
                  <a:pt x="277" y="586"/>
                  <a:pt x="220" y="320"/>
                  <a:pt x="163" y="55"/>
                </a:cubicBezTo>
                <a:cubicBezTo>
                  <a:pt x="156" y="17"/>
                  <a:pt x="126" y="0"/>
                  <a:pt x="95" y="0"/>
                </a:cubicBezTo>
                <a:close/>
              </a:path>
            </a:pathLst>
          </a:custGeom>
          <a:solidFill>
            <a:srgbClr val="3C8D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1">
    <p:spTree>
      <p:nvGrpSpPr>
        <p:cNvPr id="1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9" name="Google Shape;1669;p28"/>
          <p:cNvPicPr preferRelativeResize="0"/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 rot="5399990" flipH="1">
            <a:off x="7705516" y="-598319"/>
            <a:ext cx="3297389" cy="22766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0" name="Google Shape;1670;p28"/>
          <p:cNvGrpSpPr/>
          <p:nvPr/>
        </p:nvGrpSpPr>
        <p:grpSpPr>
          <a:xfrm rot="-987768">
            <a:off x="7751817" y="-266278"/>
            <a:ext cx="1344359" cy="1995308"/>
            <a:chOff x="272875" y="1527563"/>
            <a:chExt cx="255950" cy="455000"/>
          </a:xfrm>
        </p:grpSpPr>
        <p:sp>
          <p:nvSpPr>
            <p:cNvPr id="1671" name="Google Shape;1671;p28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2" name="Google Shape;1672;p28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3" name="Google Shape;1673;p28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4" name="Google Shape;1674;p28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5" name="Google Shape;1675;p28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6" name="Google Shape;1676;p28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7" name="Google Shape;1677;p28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8" name="Google Shape;1678;p28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9" name="Google Shape;1679;p28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0" name="Google Shape;1680;p28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1" name="Google Shape;1681;p28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2" name="Google Shape;1682;p28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3" name="Google Shape;1683;p28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4" name="Google Shape;1684;p28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5" name="Google Shape;1685;p28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6" name="Google Shape;1686;p28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7" name="Google Shape;1687;p28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8" name="Google Shape;1688;p28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9" name="Google Shape;1689;p28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0" name="Google Shape;1690;p28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1" name="Google Shape;1691;p28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2" name="Google Shape;1692;p28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3" name="Google Shape;1693;p28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4" name="Google Shape;1694;p28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5" name="Google Shape;1695;p28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6" name="Google Shape;1696;p28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7" name="Google Shape;1697;p28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8" name="Google Shape;1698;p28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9" name="Google Shape;1699;p28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0" name="Google Shape;1700;p28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1" name="Google Shape;1701;p28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2" name="Google Shape;1702;p28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3" name="Google Shape;1703;p28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4" name="Google Shape;1704;p28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5" name="Google Shape;1705;p28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1706" name="Google Shape;1706;p28"/>
          <p:cNvPicPr preferRelativeResize="0"/>
          <p:nvPr/>
        </p:nvPicPr>
        <p:blipFill>
          <a:blip r:embed="rId3">
            <a:alphaModFix amt="74000"/>
          </a:blip>
          <a:stretch>
            <a:fillRect/>
          </a:stretch>
        </p:blipFill>
        <p:spPr>
          <a:xfrm rot="-10162003" flipH="1">
            <a:off x="-1091107" y="-1133759"/>
            <a:ext cx="2894871" cy="2593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7" name="Google Shape;1707;p28"/>
          <p:cNvPicPr preferRelativeResize="0"/>
          <p:nvPr/>
        </p:nvPicPr>
        <p:blipFill>
          <a:blip r:embed="rId4">
            <a:alphaModFix amt="76000"/>
          </a:blip>
          <a:stretch>
            <a:fillRect/>
          </a:stretch>
        </p:blipFill>
        <p:spPr>
          <a:xfrm rot="363351">
            <a:off x="802621" y="4291783"/>
            <a:ext cx="7605804" cy="2832383"/>
          </a:xfrm>
          <a:prstGeom prst="rect">
            <a:avLst/>
          </a:prstGeom>
          <a:noFill/>
          <a:ln>
            <a:noFill/>
          </a:ln>
        </p:spPr>
      </p:pic>
      <p:sp>
        <p:nvSpPr>
          <p:cNvPr id="1708" name="Google Shape;1708;p28"/>
          <p:cNvSpPr/>
          <p:nvPr/>
        </p:nvSpPr>
        <p:spPr>
          <a:xfrm rot="9899989">
            <a:off x="-583964" y="4625085"/>
            <a:ext cx="2265015" cy="2165770"/>
          </a:xfrm>
          <a:custGeom>
            <a:avLst/>
            <a:gdLst/>
            <a:ahLst/>
            <a:cxnLst/>
            <a:rect l="l" t="t" r="r" b="b"/>
            <a:pathLst>
              <a:path w="21339" h="20404" extrusionOk="0">
                <a:moveTo>
                  <a:pt x="95" y="0"/>
                </a:moveTo>
                <a:cubicBezTo>
                  <a:pt x="50" y="0"/>
                  <a:pt x="0" y="36"/>
                  <a:pt x="12" y="93"/>
                </a:cubicBezTo>
                <a:cubicBezTo>
                  <a:pt x="485" y="2330"/>
                  <a:pt x="1054" y="4567"/>
                  <a:pt x="1680" y="6766"/>
                </a:cubicBezTo>
                <a:cubicBezTo>
                  <a:pt x="2324" y="8965"/>
                  <a:pt x="3045" y="11126"/>
                  <a:pt x="3822" y="13249"/>
                </a:cubicBezTo>
                <a:cubicBezTo>
                  <a:pt x="4220" y="14330"/>
                  <a:pt x="4618" y="15391"/>
                  <a:pt x="5054" y="16453"/>
                </a:cubicBezTo>
                <a:cubicBezTo>
                  <a:pt x="5225" y="16889"/>
                  <a:pt x="5433" y="17287"/>
                  <a:pt x="5699" y="17666"/>
                </a:cubicBezTo>
                <a:cubicBezTo>
                  <a:pt x="5926" y="17988"/>
                  <a:pt x="6267" y="18216"/>
                  <a:pt x="6646" y="18348"/>
                </a:cubicBezTo>
                <a:cubicBezTo>
                  <a:pt x="6705" y="18361"/>
                  <a:pt x="6764" y="18368"/>
                  <a:pt x="6823" y="18368"/>
                </a:cubicBezTo>
                <a:cubicBezTo>
                  <a:pt x="7107" y="18368"/>
                  <a:pt x="7384" y="18221"/>
                  <a:pt x="7556" y="17969"/>
                </a:cubicBezTo>
                <a:cubicBezTo>
                  <a:pt x="7746" y="17609"/>
                  <a:pt x="7784" y="17173"/>
                  <a:pt x="7708" y="16775"/>
                </a:cubicBezTo>
                <a:cubicBezTo>
                  <a:pt x="7519" y="15770"/>
                  <a:pt x="7253" y="14784"/>
                  <a:pt x="6893" y="13837"/>
                </a:cubicBezTo>
                <a:cubicBezTo>
                  <a:pt x="6248" y="11941"/>
                  <a:pt x="5414" y="9969"/>
                  <a:pt x="5528" y="7922"/>
                </a:cubicBezTo>
                <a:cubicBezTo>
                  <a:pt x="5543" y="7707"/>
                  <a:pt x="5559" y="7504"/>
                  <a:pt x="5594" y="7294"/>
                </a:cubicBezTo>
                <a:lnTo>
                  <a:pt x="5594" y="7294"/>
                </a:lnTo>
                <a:cubicBezTo>
                  <a:pt x="6312" y="7702"/>
                  <a:pt x="6661" y="8502"/>
                  <a:pt x="6893" y="9268"/>
                </a:cubicBezTo>
                <a:cubicBezTo>
                  <a:pt x="7234" y="10349"/>
                  <a:pt x="7519" y="11467"/>
                  <a:pt x="7822" y="12567"/>
                </a:cubicBezTo>
                <a:lnTo>
                  <a:pt x="8789" y="16036"/>
                </a:lnTo>
                <a:cubicBezTo>
                  <a:pt x="8940" y="16604"/>
                  <a:pt x="9111" y="17173"/>
                  <a:pt x="9263" y="17742"/>
                </a:cubicBezTo>
                <a:cubicBezTo>
                  <a:pt x="9376" y="18216"/>
                  <a:pt x="9509" y="18652"/>
                  <a:pt x="9699" y="19107"/>
                </a:cubicBezTo>
                <a:cubicBezTo>
                  <a:pt x="9966" y="19713"/>
                  <a:pt x="10452" y="20404"/>
                  <a:pt x="11172" y="20404"/>
                </a:cubicBezTo>
                <a:cubicBezTo>
                  <a:pt x="11217" y="20404"/>
                  <a:pt x="11263" y="20401"/>
                  <a:pt x="11310" y="20396"/>
                </a:cubicBezTo>
                <a:cubicBezTo>
                  <a:pt x="11708" y="20339"/>
                  <a:pt x="12068" y="20092"/>
                  <a:pt x="12258" y="19732"/>
                </a:cubicBezTo>
                <a:cubicBezTo>
                  <a:pt x="12485" y="19334"/>
                  <a:pt x="12580" y="18860"/>
                  <a:pt x="12504" y="18405"/>
                </a:cubicBezTo>
                <a:cubicBezTo>
                  <a:pt x="12390" y="17855"/>
                  <a:pt x="12239" y="17306"/>
                  <a:pt x="12030" y="16794"/>
                </a:cubicBezTo>
                <a:cubicBezTo>
                  <a:pt x="11841" y="16263"/>
                  <a:pt x="11651" y="15713"/>
                  <a:pt x="11462" y="15183"/>
                </a:cubicBezTo>
                <a:cubicBezTo>
                  <a:pt x="11101" y="14083"/>
                  <a:pt x="10779" y="12965"/>
                  <a:pt x="10457" y="11865"/>
                </a:cubicBezTo>
                <a:cubicBezTo>
                  <a:pt x="10154" y="10766"/>
                  <a:pt x="9869" y="9628"/>
                  <a:pt x="9623" y="8491"/>
                </a:cubicBezTo>
                <a:cubicBezTo>
                  <a:pt x="9414" y="7486"/>
                  <a:pt x="9168" y="6424"/>
                  <a:pt x="9414" y="5420"/>
                </a:cubicBezTo>
                <a:cubicBezTo>
                  <a:pt x="9462" y="5197"/>
                  <a:pt x="9536" y="5002"/>
                  <a:pt x="9626" y="4810"/>
                </a:cubicBezTo>
                <a:lnTo>
                  <a:pt x="9626" y="4810"/>
                </a:lnTo>
                <a:cubicBezTo>
                  <a:pt x="11118" y="5773"/>
                  <a:pt x="11814" y="7472"/>
                  <a:pt x="12239" y="9135"/>
                </a:cubicBezTo>
                <a:cubicBezTo>
                  <a:pt x="12485" y="10026"/>
                  <a:pt x="12637" y="10936"/>
                  <a:pt x="12807" y="11846"/>
                </a:cubicBezTo>
                <a:cubicBezTo>
                  <a:pt x="13035" y="13040"/>
                  <a:pt x="13300" y="14216"/>
                  <a:pt x="13623" y="15391"/>
                </a:cubicBezTo>
                <a:cubicBezTo>
                  <a:pt x="13945" y="16547"/>
                  <a:pt x="14324" y="17723"/>
                  <a:pt x="14741" y="18879"/>
                </a:cubicBezTo>
                <a:cubicBezTo>
                  <a:pt x="14912" y="19315"/>
                  <a:pt x="15063" y="19827"/>
                  <a:pt x="15480" y="20092"/>
                </a:cubicBezTo>
                <a:cubicBezTo>
                  <a:pt x="15595" y="20165"/>
                  <a:pt x="15723" y="20199"/>
                  <a:pt x="15849" y="20199"/>
                </a:cubicBezTo>
                <a:cubicBezTo>
                  <a:pt x="16119" y="20199"/>
                  <a:pt x="16382" y="20042"/>
                  <a:pt x="16485" y="19770"/>
                </a:cubicBezTo>
                <a:cubicBezTo>
                  <a:pt x="16694" y="19334"/>
                  <a:pt x="16675" y="18765"/>
                  <a:pt x="16656" y="18292"/>
                </a:cubicBezTo>
                <a:cubicBezTo>
                  <a:pt x="16637" y="17723"/>
                  <a:pt x="16542" y="17154"/>
                  <a:pt x="16428" y="16585"/>
                </a:cubicBezTo>
                <a:cubicBezTo>
                  <a:pt x="16125" y="15467"/>
                  <a:pt x="15746" y="14348"/>
                  <a:pt x="15291" y="13268"/>
                </a:cubicBezTo>
                <a:cubicBezTo>
                  <a:pt x="14419" y="10993"/>
                  <a:pt x="13793" y="8623"/>
                  <a:pt x="13433" y="6216"/>
                </a:cubicBezTo>
                <a:cubicBezTo>
                  <a:pt x="13360" y="5689"/>
                  <a:pt x="13392" y="4465"/>
                  <a:pt x="14163" y="4465"/>
                </a:cubicBezTo>
                <a:cubicBezTo>
                  <a:pt x="14197" y="4465"/>
                  <a:pt x="14231" y="4467"/>
                  <a:pt x="14267" y="4472"/>
                </a:cubicBezTo>
                <a:cubicBezTo>
                  <a:pt x="14741" y="4548"/>
                  <a:pt x="15025" y="5060"/>
                  <a:pt x="15234" y="5439"/>
                </a:cubicBezTo>
                <a:cubicBezTo>
                  <a:pt x="15499" y="5913"/>
                  <a:pt x="15727" y="6406"/>
                  <a:pt x="15935" y="6898"/>
                </a:cubicBezTo>
                <a:cubicBezTo>
                  <a:pt x="16732" y="8946"/>
                  <a:pt x="17111" y="11107"/>
                  <a:pt x="17452" y="13268"/>
                </a:cubicBezTo>
                <a:cubicBezTo>
                  <a:pt x="17623" y="14348"/>
                  <a:pt x="17793" y="15429"/>
                  <a:pt x="18002" y="16510"/>
                </a:cubicBezTo>
                <a:cubicBezTo>
                  <a:pt x="18096" y="17040"/>
                  <a:pt x="18229" y="17590"/>
                  <a:pt x="18362" y="18121"/>
                </a:cubicBezTo>
                <a:cubicBezTo>
                  <a:pt x="18476" y="18557"/>
                  <a:pt x="18627" y="19031"/>
                  <a:pt x="18968" y="19334"/>
                </a:cubicBezTo>
                <a:cubicBezTo>
                  <a:pt x="19197" y="19533"/>
                  <a:pt x="19456" y="19618"/>
                  <a:pt x="19715" y="19618"/>
                </a:cubicBezTo>
                <a:cubicBezTo>
                  <a:pt x="20273" y="19618"/>
                  <a:pt x="20833" y="19220"/>
                  <a:pt x="21092" y="18690"/>
                </a:cubicBezTo>
                <a:cubicBezTo>
                  <a:pt x="21300" y="18178"/>
                  <a:pt x="21338" y="17628"/>
                  <a:pt x="21205" y="17078"/>
                </a:cubicBezTo>
                <a:cubicBezTo>
                  <a:pt x="21111" y="16472"/>
                  <a:pt x="20902" y="15884"/>
                  <a:pt x="20731" y="15277"/>
                </a:cubicBezTo>
                <a:lnTo>
                  <a:pt x="18684" y="7903"/>
                </a:lnTo>
                <a:cubicBezTo>
                  <a:pt x="18514" y="7315"/>
                  <a:pt x="18362" y="6728"/>
                  <a:pt x="18191" y="6102"/>
                </a:cubicBezTo>
                <a:cubicBezTo>
                  <a:pt x="18162" y="6043"/>
                  <a:pt x="18106" y="6015"/>
                  <a:pt x="18051" y="6015"/>
                </a:cubicBezTo>
                <a:cubicBezTo>
                  <a:pt x="17966" y="6015"/>
                  <a:pt x="17884" y="6082"/>
                  <a:pt x="17907" y="6197"/>
                </a:cubicBezTo>
                <a:cubicBezTo>
                  <a:pt x="18589" y="8623"/>
                  <a:pt x="19253" y="11050"/>
                  <a:pt x="19935" y="13476"/>
                </a:cubicBezTo>
                <a:lnTo>
                  <a:pt x="20428" y="15315"/>
                </a:lnTo>
                <a:cubicBezTo>
                  <a:pt x="20599" y="15903"/>
                  <a:pt x="20788" y="16491"/>
                  <a:pt x="20902" y="17078"/>
                </a:cubicBezTo>
                <a:cubicBezTo>
                  <a:pt x="21016" y="17609"/>
                  <a:pt x="21035" y="18216"/>
                  <a:pt x="20750" y="18690"/>
                </a:cubicBezTo>
                <a:cubicBezTo>
                  <a:pt x="20542" y="19050"/>
                  <a:pt x="20144" y="19296"/>
                  <a:pt x="19727" y="19334"/>
                </a:cubicBezTo>
                <a:cubicBezTo>
                  <a:pt x="19253" y="19334"/>
                  <a:pt x="18950" y="18917"/>
                  <a:pt x="18798" y="18519"/>
                </a:cubicBezTo>
                <a:cubicBezTo>
                  <a:pt x="18627" y="18026"/>
                  <a:pt x="18495" y="17533"/>
                  <a:pt x="18400" y="17040"/>
                </a:cubicBezTo>
                <a:cubicBezTo>
                  <a:pt x="18172" y="15979"/>
                  <a:pt x="17983" y="14898"/>
                  <a:pt x="17812" y="13837"/>
                </a:cubicBezTo>
                <a:cubicBezTo>
                  <a:pt x="17452" y="11713"/>
                  <a:pt x="17130" y="9571"/>
                  <a:pt x="16428" y="7524"/>
                </a:cubicBezTo>
                <a:cubicBezTo>
                  <a:pt x="16239" y="7031"/>
                  <a:pt x="16049" y="6538"/>
                  <a:pt x="15822" y="6064"/>
                </a:cubicBezTo>
                <a:cubicBezTo>
                  <a:pt x="15632" y="5590"/>
                  <a:pt x="15386" y="5154"/>
                  <a:pt x="15082" y="4756"/>
                </a:cubicBezTo>
                <a:cubicBezTo>
                  <a:pt x="14841" y="4446"/>
                  <a:pt x="14506" y="4199"/>
                  <a:pt x="14120" y="4199"/>
                </a:cubicBezTo>
                <a:cubicBezTo>
                  <a:pt x="14081" y="4199"/>
                  <a:pt x="14042" y="4201"/>
                  <a:pt x="14002" y="4207"/>
                </a:cubicBezTo>
                <a:cubicBezTo>
                  <a:pt x="13661" y="4282"/>
                  <a:pt x="13395" y="4529"/>
                  <a:pt x="13281" y="4851"/>
                </a:cubicBezTo>
                <a:cubicBezTo>
                  <a:pt x="13149" y="5230"/>
                  <a:pt x="13092" y="5609"/>
                  <a:pt x="13130" y="6007"/>
                </a:cubicBezTo>
                <a:cubicBezTo>
                  <a:pt x="13187" y="6538"/>
                  <a:pt x="13281" y="7088"/>
                  <a:pt x="13395" y="7619"/>
                </a:cubicBezTo>
                <a:cubicBezTo>
                  <a:pt x="13623" y="8794"/>
                  <a:pt x="13907" y="9969"/>
                  <a:pt x="14267" y="11126"/>
                </a:cubicBezTo>
                <a:cubicBezTo>
                  <a:pt x="14608" y="12244"/>
                  <a:pt x="15044" y="13344"/>
                  <a:pt x="15442" y="14443"/>
                </a:cubicBezTo>
                <a:cubicBezTo>
                  <a:pt x="15879" y="15524"/>
                  <a:pt x="16182" y="16642"/>
                  <a:pt x="16333" y="17799"/>
                </a:cubicBezTo>
                <a:cubicBezTo>
                  <a:pt x="16409" y="18329"/>
                  <a:pt x="16390" y="18879"/>
                  <a:pt x="16296" y="19410"/>
                </a:cubicBezTo>
                <a:cubicBezTo>
                  <a:pt x="16277" y="19618"/>
                  <a:pt x="16144" y="19789"/>
                  <a:pt x="15973" y="19884"/>
                </a:cubicBezTo>
                <a:cubicBezTo>
                  <a:pt x="15943" y="19889"/>
                  <a:pt x="15912" y="19892"/>
                  <a:pt x="15882" y="19892"/>
                </a:cubicBezTo>
                <a:cubicBezTo>
                  <a:pt x="15710" y="19892"/>
                  <a:pt x="15558" y="19802"/>
                  <a:pt x="15461" y="19656"/>
                </a:cubicBezTo>
                <a:cubicBezTo>
                  <a:pt x="15329" y="19467"/>
                  <a:pt x="15215" y="19258"/>
                  <a:pt x="15139" y="19031"/>
                </a:cubicBezTo>
                <a:cubicBezTo>
                  <a:pt x="15025" y="18746"/>
                  <a:pt x="14912" y="18481"/>
                  <a:pt x="14817" y="18197"/>
                </a:cubicBezTo>
                <a:cubicBezTo>
                  <a:pt x="14608" y="17628"/>
                  <a:pt x="14419" y="17059"/>
                  <a:pt x="14248" y="16491"/>
                </a:cubicBezTo>
                <a:cubicBezTo>
                  <a:pt x="13888" y="15353"/>
                  <a:pt x="13566" y="14178"/>
                  <a:pt x="13300" y="13003"/>
                </a:cubicBezTo>
                <a:cubicBezTo>
                  <a:pt x="13073" y="12017"/>
                  <a:pt x="12921" y="11031"/>
                  <a:pt x="12694" y="10045"/>
                </a:cubicBezTo>
                <a:cubicBezTo>
                  <a:pt x="12334" y="8377"/>
                  <a:pt x="11822" y="6576"/>
                  <a:pt x="10590" y="5306"/>
                </a:cubicBezTo>
                <a:cubicBezTo>
                  <a:pt x="10305" y="5022"/>
                  <a:pt x="9983" y="4756"/>
                  <a:pt x="9623" y="4548"/>
                </a:cubicBezTo>
                <a:cubicBezTo>
                  <a:pt x="9603" y="4534"/>
                  <a:pt x="9580" y="4528"/>
                  <a:pt x="9558" y="4528"/>
                </a:cubicBezTo>
                <a:cubicBezTo>
                  <a:pt x="9517" y="4528"/>
                  <a:pt x="9477" y="4549"/>
                  <a:pt x="9452" y="4586"/>
                </a:cubicBezTo>
                <a:cubicBezTo>
                  <a:pt x="8978" y="5458"/>
                  <a:pt x="9016" y="6481"/>
                  <a:pt x="9168" y="7448"/>
                </a:cubicBezTo>
                <a:cubicBezTo>
                  <a:pt x="9338" y="8510"/>
                  <a:pt x="9604" y="9571"/>
                  <a:pt x="9869" y="10633"/>
                </a:cubicBezTo>
                <a:cubicBezTo>
                  <a:pt x="10438" y="12832"/>
                  <a:pt x="11101" y="14993"/>
                  <a:pt x="11879" y="17135"/>
                </a:cubicBezTo>
                <a:cubicBezTo>
                  <a:pt x="12182" y="18007"/>
                  <a:pt x="12618" y="19182"/>
                  <a:pt x="11784" y="19922"/>
                </a:cubicBezTo>
                <a:cubicBezTo>
                  <a:pt x="11612" y="20082"/>
                  <a:pt x="11386" y="20166"/>
                  <a:pt x="11158" y="20166"/>
                </a:cubicBezTo>
                <a:cubicBezTo>
                  <a:pt x="11008" y="20166"/>
                  <a:pt x="10858" y="20130"/>
                  <a:pt x="10722" y="20055"/>
                </a:cubicBezTo>
                <a:cubicBezTo>
                  <a:pt x="10400" y="19827"/>
                  <a:pt x="10172" y="19524"/>
                  <a:pt x="10021" y="19182"/>
                </a:cubicBezTo>
                <a:cubicBezTo>
                  <a:pt x="9831" y="18784"/>
                  <a:pt x="9699" y="18367"/>
                  <a:pt x="9585" y="17950"/>
                </a:cubicBezTo>
                <a:lnTo>
                  <a:pt x="9111" y="16244"/>
                </a:lnTo>
                <a:lnTo>
                  <a:pt x="8125" y="12832"/>
                </a:lnTo>
                <a:cubicBezTo>
                  <a:pt x="7822" y="11732"/>
                  <a:pt x="7519" y="10614"/>
                  <a:pt x="7177" y="9514"/>
                </a:cubicBezTo>
                <a:cubicBezTo>
                  <a:pt x="6950" y="8737"/>
                  <a:pt x="6665" y="7903"/>
                  <a:pt x="6059" y="7353"/>
                </a:cubicBezTo>
                <a:cubicBezTo>
                  <a:pt x="5907" y="7221"/>
                  <a:pt x="5737" y="7107"/>
                  <a:pt x="5547" y="7012"/>
                </a:cubicBezTo>
                <a:cubicBezTo>
                  <a:pt x="5534" y="7008"/>
                  <a:pt x="5519" y="7005"/>
                  <a:pt x="5505" y="7005"/>
                </a:cubicBezTo>
                <a:cubicBezTo>
                  <a:pt x="5457" y="7005"/>
                  <a:pt x="5410" y="7030"/>
                  <a:pt x="5395" y="7088"/>
                </a:cubicBezTo>
                <a:cubicBezTo>
                  <a:pt x="5054" y="9041"/>
                  <a:pt x="5661" y="10936"/>
                  <a:pt x="6305" y="12775"/>
                </a:cubicBezTo>
                <a:cubicBezTo>
                  <a:pt x="6628" y="13723"/>
                  <a:pt x="6988" y="14671"/>
                  <a:pt x="7253" y="15638"/>
                </a:cubicBezTo>
                <a:cubicBezTo>
                  <a:pt x="7386" y="16093"/>
                  <a:pt x="7481" y="16566"/>
                  <a:pt x="7537" y="17059"/>
                </a:cubicBezTo>
                <a:cubicBezTo>
                  <a:pt x="7556" y="17457"/>
                  <a:pt x="7481" y="17969"/>
                  <a:pt x="7064" y="18121"/>
                </a:cubicBezTo>
                <a:cubicBezTo>
                  <a:pt x="6994" y="18147"/>
                  <a:pt x="6924" y="18158"/>
                  <a:pt x="6855" y="18158"/>
                </a:cubicBezTo>
                <a:cubicBezTo>
                  <a:pt x="6568" y="18158"/>
                  <a:pt x="6295" y="17959"/>
                  <a:pt x="6097" y="17761"/>
                </a:cubicBezTo>
                <a:cubicBezTo>
                  <a:pt x="5774" y="17438"/>
                  <a:pt x="5547" y="17059"/>
                  <a:pt x="5376" y="16642"/>
                </a:cubicBezTo>
                <a:cubicBezTo>
                  <a:pt x="4959" y="15619"/>
                  <a:pt x="4561" y="14595"/>
                  <a:pt x="4182" y="13571"/>
                </a:cubicBezTo>
                <a:cubicBezTo>
                  <a:pt x="3405" y="11505"/>
                  <a:pt x="2703" y="9401"/>
                  <a:pt x="2059" y="7278"/>
                </a:cubicBezTo>
                <a:cubicBezTo>
                  <a:pt x="1414" y="5154"/>
                  <a:pt x="846" y="3012"/>
                  <a:pt x="334" y="851"/>
                </a:cubicBezTo>
                <a:cubicBezTo>
                  <a:pt x="277" y="586"/>
                  <a:pt x="220" y="320"/>
                  <a:pt x="163" y="55"/>
                </a:cubicBezTo>
                <a:cubicBezTo>
                  <a:pt x="156" y="17"/>
                  <a:pt x="126" y="0"/>
                  <a:pt x="95" y="0"/>
                </a:cubicBezTo>
                <a:close/>
              </a:path>
            </a:pathLst>
          </a:custGeom>
          <a:solidFill>
            <a:srgbClr val="3C8D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09" name="Google Shape;1709;p28"/>
          <p:cNvSpPr txBox="1">
            <a:spLocks noGrp="1"/>
          </p:cNvSpPr>
          <p:nvPr>
            <p:ph type="title"/>
          </p:nvPr>
        </p:nvSpPr>
        <p:spPr>
          <a:xfrm>
            <a:off x="732375" y="1637495"/>
            <a:ext cx="3839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10" name="Google Shape;1710;p28"/>
          <p:cNvSpPr txBox="1">
            <a:spLocks noGrp="1"/>
          </p:cNvSpPr>
          <p:nvPr>
            <p:ph type="subTitle" idx="1"/>
          </p:nvPr>
        </p:nvSpPr>
        <p:spPr>
          <a:xfrm>
            <a:off x="475175" y="2194825"/>
            <a:ext cx="4096800" cy="249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5080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11" name="Google Shape;1711;p28"/>
          <p:cNvSpPr txBox="1">
            <a:spLocks noGrp="1"/>
          </p:cNvSpPr>
          <p:nvPr>
            <p:ph type="title" idx="2"/>
          </p:nvPr>
        </p:nvSpPr>
        <p:spPr>
          <a:xfrm>
            <a:off x="4578150" y="1637495"/>
            <a:ext cx="3839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12" name="Google Shape;1712;p28"/>
          <p:cNvSpPr txBox="1">
            <a:spLocks noGrp="1"/>
          </p:cNvSpPr>
          <p:nvPr>
            <p:ph type="subTitle" idx="3"/>
          </p:nvPr>
        </p:nvSpPr>
        <p:spPr>
          <a:xfrm>
            <a:off x="4578150" y="2194825"/>
            <a:ext cx="4096800" cy="249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13" name="Google Shape;1713;p28"/>
          <p:cNvSpPr txBox="1">
            <a:spLocks noGrp="1"/>
          </p:cNvSpPr>
          <p:nvPr>
            <p:ph type="ctrTitle" idx="4"/>
          </p:nvPr>
        </p:nvSpPr>
        <p:spPr>
          <a:xfrm>
            <a:off x="736646" y="373025"/>
            <a:ext cx="7672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_1_1">
    <p:spTree>
      <p:nvGrpSpPr>
        <p:cNvPr id="1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5" name="Google Shape;1715;p29"/>
          <p:cNvPicPr preferRelativeResize="0"/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 rot="5399990" flipH="1">
            <a:off x="7705516" y="-598319"/>
            <a:ext cx="3297389" cy="22766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16" name="Google Shape;1716;p29"/>
          <p:cNvGrpSpPr/>
          <p:nvPr/>
        </p:nvGrpSpPr>
        <p:grpSpPr>
          <a:xfrm rot="-987768">
            <a:off x="7751817" y="-266278"/>
            <a:ext cx="1344359" cy="1995308"/>
            <a:chOff x="272875" y="1527563"/>
            <a:chExt cx="255950" cy="455000"/>
          </a:xfrm>
        </p:grpSpPr>
        <p:sp>
          <p:nvSpPr>
            <p:cNvPr id="1717" name="Google Shape;1717;p29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8" name="Google Shape;1718;p29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9" name="Google Shape;1719;p29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0" name="Google Shape;1720;p29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1" name="Google Shape;1721;p29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2" name="Google Shape;1722;p29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3" name="Google Shape;1723;p29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4" name="Google Shape;1724;p29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5" name="Google Shape;1725;p29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6" name="Google Shape;1726;p29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7" name="Google Shape;1727;p29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8" name="Google Shape;1728;p29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9" name="Google Shape;1729;p29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0" name="Google Shape;1730;p29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1" name="Google Shape;1731;p29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2" name="Google Shape;1732;p29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3" name="Google Shape;1733;p29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4" name="Google Shape;1734;p29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5" name="Google Shape;1735;p29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6" name="Google Shape;1736;p29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7" name="Google Shape;1737;p29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8" name="Google Shape;1738;p29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9" name="Google Shape;1739;p29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0" name="Google Shape;1740;p29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1" name="Google Shape;1741;p29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2" name="Google Shape;1742;p29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3" name="Google Shape;1743;p29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4" name="Google Shape;1744;p29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5" name="Google Shape;1745;p29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6" name="Google Shape;1746;p29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7" name="Google Shape;1747;p29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8" name="Google Shape;1748;p29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9" name="Google Shape;1749;p29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0" name="Google Shape;1750;p29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1" name="Google Shape;1751;p29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1752" name="Google Shape;1752;p29"/>
          <p:cNvPicPr preferRelativeResize="0"/>
          <p:nvPr/>
        </p:nvPicPr>
        <p:blipFill>
          <a:blip r:embed="rId3">
            <a:alphaModFix amt="74000"/>
          </a:blip>
          <a:stretch>
            <a:fillRect/>
          </a:stretch>
        </p:blipFill>
        <p:spPr>
          <a:xfrm rot="-10162003" flipH="1">
            <a:off x="-1091107" y="-1133759"/>
            <a:ext cx="2894871" cy="2593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3" name="Google Shape;1753;p29"/>
          <p:cNvPicPr preferRelativeResize="0"/>
          <p:nvPr/>
        </p:nvPicPr>
        <p:blipFill>
          <a:blip r:embed="rId4">
            <a:alphaModFix amt="76000"/>
          </a:blip>
          <a:stretch>
            <a:fillRect/>
          </a:stretch>
        </p:blipFill>
        <p:spPr>
          <a:xfrm rot="363351">
            <a:off x="802621" y="4291783"/>
            <a:ext cx="7605804" cy="2832383"/>
          </a:xfrm>
          <a:prstGeom prst="rect">
            <a:avLst/>
          </a:prstGeom>
          <a:noFill/>
          <a:ln>
            <a:noFill/>
          </a:ln>
        </p:spPr>
      </p:pic>
      <p:sp>
        <p:nvSpPr>
          <p:cNvPr id="1754" name="Google Shape;1754;p29"/>
          <p:cNvSpPr/>
          <p:nvPr/>
        </p:nvSpPr>
        <p:spPr>
          <a:xfrm rot="9899989">
            <a:off x="-583964" y="4625085"/>
            <a:ext cx="2265015" cy="2165770"/>
          </a:xfrm>
          <a:custGeom>
            <a:avLst/>
            <a:gdLst/>
            <a:ahLst/>
            <a:cxnLst/>
            <a:rect l="l" t="t" r="r" b="b"/>
            <a:pathLst>
              <a:path w="21339" h="20404" extrusionOk="0">
                <a:moveTo>
                  <a:pt x="95" y="0"/>
                </a:moveTo>
                <a:cubicBezTo>
                  <a:pt x="50" y="0"/>
                  <a:pt x="0" y="36"/>
                  <a:pt x="12" y="93"/>
                </a:cubicBezTo>
                <a:cubicBezTo>
                  <a:pt x="485" y="2330"/>
                  <a:pt x="1054" y="4567"/>
                  <a:pt x="1680" y="6766"/>
                </a:cubicBezTo>
                <a:cubicBezTo>
                  <a:pt x="2324" y="8965"/>
                  <a:pt x="3045" y="11126"/>
                  <a:pt x="3822" y="13249"/>
                </a:cubicBezTo>
                <a:cubicBezTo>
                  <a:pt x="4220" y="14330"/>
                  <a:pt x="4618" y="15391"/>
                  <a:pt x="5054" y="16453"/>
                </a:cubicBezTo>
                <a:cubicBezTo>
                  <a:pt x="5225" y="16889"/>
                  <a:pt x="5433" y="17287"/>
                  <a:pt x="5699" y="17666"/>
                </a:cubicBezTo>
                <a:cubicBezTo>
                  <a:pt x="5926" y="17988"/>
                  <a:pt x="6267" y="18216"/>
                  <a:pt x="6646" y="18348"/>
                </a:cubicBezTo>
                <a:cubicBezTo>
                  <a:pt x="6705" y="18361"/>
                  <a:pt x="6764" y="18368"/>
                  <a:pt x="6823" y="18368"/>
                </a:cubicBezTo>
                <a:cubicBezTo>
                  <a:pt x="7107" y="18368"/>
                  <a:pt x="7384" y="18221"/>
                  <a:pt x="7556" y="17969"/>
                </a:cubicBezTo>
                <a:cubicBezTo>
                  <a:pt x="7746" y="17609"/>
                  <a:pt x="7784" y="17173"/>
                  <a:pt x="7708" y="16775"/>
                </a:cubicBezTo>
                <a:cubicBezTo>
                  <a:pt x="7519" y="15770"/>
                  <a:pt x="7253" y="14784"/>
                  <a:pt x="6893" y="13837"/>
                </a:cubicBezTo>
                <a:cubicBezTo>
                  <a:pt x="6248" y="11941"/>
                  <a:pt x="5414" y="9969"/>
                  <a:pt x="5528" y="7922"/>
                </a:cubicBezTo>
                <a:cubicBezTo>
                  <a:pt x="5543" y="7707"/>
                  <a:pt x="5559" y="7504"/>
                  <a:pt x="5594" y="7294"/>
                </a:cubicBezTo>
                <a:lnTo>
                  <a:pt x="5594" y="7294"/>
                </a:lnTo>
                <a:cubicBezTo>
                  <a:pt x="6312" y="7702"/>
                  <a:pt x="6661" y="8502"/>
                  <a:pt x="6893" y="9268"/>
                </a:cubicBezTo>
                <a:cubicBezTo>
                  <a:pt x="7234" y="10349"/>
                  <a:pt x="7519" y="11467"/>
                  <a:pt x="7822" y="12567"/>
                </a:cubicBezTo>
                <a:lnTo>
                  <a:pt x="8789" y="16036"/>
                </a:lnTo>
                <a:cubicBezTo>
                  <a:pt x="8940" y="16604"/>
                  <a:pt x="9111" y="17173"/>
                  <a:pt x="9263" y="17742"/>
                </a:cubicBezTo>
                <a:cubicBezTo>
                  <a:pt x="9376" y="18216"/>
                  <a:pt x="9509" y="18652"/>
                  <a:pt x="9699" y="19107"/>
                </a:cubicBezTo>
                <a:cubicBezTo>
                  <a:pt x="9966" y="19713"/>
                  <a:pt x="10452" y="20404"/>
                  <a:pt x="11172" y="20404"/>
                </a:cubicBezTo>
                <a:cubicBezTo>
                  <a:pt x="11217" y="20404"/>
                  <a:pt x="11263" y="20401"/>
                  <a:pt x="11310" y="20396"/>
                </a:cubicBezTo>
                <a:cubicBezTo>
                  <a:pt x="11708" y="20339"/>
                  <a:pt x="12068" y="20092"/>
                  <a:pt x="12258" y="19732"/>
                </a:cubicBezTo>
                <a:cubicBezTo>
                  <a:pt x="12485" y="19334"/>
                  <a:pt x="12580" y="18860"/>
                  <a:pt x="12504" y="18405"/>
                </a:cubicBezTo>
                <a:cubicBezTo>
                  <a:pt x="12390" y="17855"/>
                  <a:pt x="12239" y="17306"/>
                  <a:pt x="12030" y="16794"/>
                </a:cubicBezTo>
                <a:cubicBezTo>
                  <a:pt x="11841" y="16263"/>
                  <a:pt x="11651" y="15713"/>
                  <a:pt x="11462" y="15183"/>
                </a:cubicBezTo>
                <a:cubicBezTo>
                  <a:pt x="11101" y="14083"/>
                  <a:pt x="10779" y="12965"/>
                  <a:pt x="10457" y="11865"/>
                </a:cubicBezTo>
                <a:cubicBezTo>
                  <a:pt x="10154" y="10766"/>
                  <a:pt x="9869" y="9628"/>
                  <a:pt x="9623" y="8491"/>
                </a:cubicBezTo>
                <a:cubicBezTo>
                  <a:pt x="9414" y="7486"/>
                  <a:pt x="9168" y="6424"/>
                  <a:pt x="9414" y="5420"/>
                </a:cubicBezTo>
                <a:cubicBezTo>
                  <a:pt x="9462" y="5197"/>
                  <a:pt x="9536" y="5002"/>
                  <a:pt x="9626" y="4810"/>
                </a:cubicBezTo>
                <a:lnTo>
                  <a:pt x="9626" y="4810"/>
                </a:lnTo>
                <a:cubicBezTo>
                  <a:pt x="11118" y="5773"/>
                  <a:pt x="11814" y="7472"/>
                  <a:pt x="12239" y="9135"/>
                </a:cubicBezTo>
                <a:cubicBezTo>
                  <a:pt x="12485" y="10026"/>
                  <a:pt x="12637" y="10936"/>
                  <a:pt x="12807" y="11846"/>
                </a:cubicBezTo>
                <a:cubicBezTo>
                  <a:pt x="13035" y="13040"/>
                  <a:pt x="13300" y="14216"/>
                  <a:pt x="13623" y="15391"/>
                </a:cubicBezTo>
                <a:cubicBezTo>
                  <a:pt x="13945" y="16547"/>
                  <a:pt x="14324" y="17723"/>
                  <a:pt x="14741" y="18879"/>
                </a:cubicBezTo>
                <a:cubicBezTo>
                  <a:pt x="14912" y="19315"/>
                  <a:pt x="15063" y="19827"/>
                  <a:pt x="15480" y="20092"/>
                </a:cubicBezTo>
                <a:cubicBezTo>
                  <a:pt x="15595" y="20165"/>
                  <a:pt x="15723" y="20199"/>
                  <a:pt x="15849" y="20199"/>
                </a:cubicBezTo>
                <a:cubicBezTo>
                  <a:pt x="16119" y="20199"/>
                  <a:pt x="16382" y="20042"/>
                  <a:pt x="16485" y="19770"/>
                </a:cubicBezTo>
                <a:cubicBezTo>
                  <a:pt x="16694" y="19334"/>
                  <a:pt x="16675" y="18765"/>
                  <a:pt x="16656" y="18292"/>
                </a:cubicBezTo>
                <a:cubicBezTo>
                  <a:pt x="16637" y="17723"/>
                  <a:pt x="16542" y="17154"/>
                  <a:pt x="16428" y="16585"/>
                </a:cubicBezTo>
                <a:cubicBezTo>
                  <a:pt x="16125" y="15467"/>
                  <a:pt x="15746" y="14348"/>
                  <a:pt x="15291" y="13268"/>
                </a:cubicBezTo>
                <a:cubicBezTo>
                  <a:pt x="14419" y="10993"/>
                  <a:pt x="13793" y="8623"/>
                  <a:pt x="13433" y="6216"/>
                </a:cubicBezTo>
                <a:cubicBezTo>
                  <a:pt x="13360" y="5689"/>
                  <a:pt x="13392" y="4465"/>
                  <a:pt x="14163" y="4465"/>
                </a:cubicBezTo>
                <a:cubicBezTo>
                  <a:pt x="14197" y="4465"/>
                  <a:pt x="14231" y="4467"/>
                  <a:pt x="14267" y="4472"/>
                </a:cubicBezTo>
                <a:cubicBezTo>
                  <a:pt x="14741" y="4548"/>
                  <a:pt x="15025" y="5060"/>
                  <a:pt x="15234" y="5439"/>
                </a:cubicBezTo>
                <a:cubicBezTo>
                  <a:pt x="15499" y="5913"/>
                  <a:pt x="15727" y="6406"/>
                  <a:pt x="15935" y="6898"/>
                </a:cubicBezTo>
                <a:cubicBezTo>
                  <a:pt x="16732" y="8946"/>
                  <a:pt x="17111" y="11107"/>
                  <a:pt x="17452" y="13268"/>
                </a:cubicBezTo>
                <a:cubicBezTo>
                  <a:pt x="17623" y="14348"/>
                  <a:pt x="17793" y="15429"/>
                  <a:pt x="18002" y="16510"/>
                </a:cubicBezTo>
                <a:cubicBezTo>
                  <a:pt x="18096" y="17040"/>
                  <a:pt x="18229" y="17590"/>
                  <a:pt x="18362" y="18121"/>
                </a:cubicBezTo>
                <a:cubicBezTo>
                  <a:pt x="18476" y="18557"/>
                  <a:pt x="18627" y="19031"/>
                  <a:pt x="18968" y="19334"/>
                </a:cubicBezTo>
                <a:cubicBezTo>
                  <a:pt x="19197" y="19533"/>
                  <a:pt x="19456" y="19618"/>
                  <a:pt x="19715" y="19618"/>
                </a:cubicBezTo>
                <a:cubicBezTo>
                  <a:pt x="20273" y="19618"/>
                  <a:pt x="20833" y="19220"/>
                  <a:pt x="21092" y="18690"/>
                </a:cubicBezTo>
                <a:cubicBezTo>
                  <a:pt x="21300" y="18178"/>
                  <a:pt x="21338" y="17628"/>
                  <a:pt x="21205" y="17078"/>
                </a:cubicBezTo>
                <a:cubicBezTo>
                  <a:pt x="21111" y="16472"/>
                  <a:pt x="20902" y="15884"/>
                  <a:pt x="20731" y="15277"/>
                </a:cubicBezTo>
                <a:lnTo>
                  <a:pt x="18684" y="7903"/>
                </a:lnTo>
                <a:cubicBezTo>
                  <a:pt x="18514" y="7315"/>
                  <a:pt x="18362" y="6728"/>
                  <a:pt x="18191" y="6102"/>
                </a:cubicBezTo>
                <a:cubicBezTo>
                  <a:pt x="18162" y="6043"/>
                  <a:pt x="18106" y="6015"/>
                  <a:pt x="18051" y="6015"/>
                </a:cubicBezTo>
                <a:cubicBezTo>
                  <a:pt x="17966" y="6015"/>
                  <a:pt x="17884" y="6082"/>
                  <a:pt x="17907" y="6197"/>
                </a:cubicBezTo>
                <a:cubicBezTo>
                  <a:pt x="18589" y="8623"/>
                  <a:pt x="19253" y="11050"/>
                  <a:pt x="19935" y="13476"/>
                </a:cubicBezTo>
                <a:lnTo>
                  <a:pt x="20428" y="15315"/>
                </a:lnTo>
                <a:cubicBezTo>
                  <a:pt x="20599" y="15903"/>
                  <a:pt x="20788" y="16491"/>
                  <a:pt x="20902" y="17078"/>
                </a:cubicBezTo>
                <a:cubicBezTo>
                  <a:pt x="21016" y="17609"/>
                  <a:pt x="21035" y="18216"/>
                  <a:pt x="20750" y="18690"/>
                </a:cubicBezTo>
                <a:cubicBezTo>
                  <a:pt x="20542" y="19050"/>
                  <a:pt x="20144" y="19296"/>
                  <a:pt x="19727" y="19334"/>
                </a:cubicBezTo>
                <a:cubicBezTo>
                  <a:pt x="19253" y="19334"/>
                  <a:pt x="18950" y="18917"/>
                  <a:pt x="18798" y="18519"/>
                </a:cubicBezTo>
                <a:cubicBezTo>
                  <a:pt x="18627" y="18026"/>
                  <a:pt x="18495" y="17533"/>
                  <a:pt x="18400" y="17040"/>
                </a:cubicBezTo>
                <a:cubicBezTo>
                  <a:pt x="18172" y="15979"/>
                  <a:pt x="17983" y="14898"/>
                  <a:pt x="17812" y="13837"/>
                </a:cubicBezTo>
                <a:cubicBezTo>
                  <a:pt x="17452" y="11713"/>
                  <a:pt x="17130" y="9571"/>
                  <a:pt x="16428" y="7524"/>
                </a:cubicBezTo>
                <a:cubicBezTo>
                  <a:pt x="16239" y="7031"/>
                  <a:pt x="16049" y="6538"/>
                  <a:pt x="15822" y="6064"/>
                </a:cubicBezTo>
                <a:cubicBezTo>
                  <a:pt x="15632" y="5590"/>
                  <a:pt x="15386" y="5154"/>
                  <a:pt x="15082" y="4756"/>
                </a:cubicBezTo>
                <a:cubicBezTo>
                  <a:pt x="14841" y="4446"/>
                  <a:pt x="14506" y="4199"/>
                  <a:pt x="14120" y="4199"/>
                </a:cubicBezTo>
                <a:cubicBezTo>
                  <a:pt x="14081" y="4199"/>
                  <a:pt x="14042" y="4201"/>
                  <a:pt x="14002" y="4207"/>
                </a:cubicBezTo>
                <a:cubicBezTo>
                  <a:pt x="13661" y="4282"/>
                  <a:pt x="13395" y="4529"/>
                  <a:pt x="13281" y="4851"/>
                </a:cubicBezTo>
                <a:cubicBezTo>
                  <a:pt x="13149" y="5230"/>
                  <a:pt x="13092" y="5609"/>
                  <a:pt x="13130" y="6007"/>
                </a:cubicBezTo>
                <a:cubicBezTo>
                  <a:pt x="13187" y="6538"/>
                  <a:pt x="13281" y="7088"/>
                  <a:pt x="13395" y="7619"/>
                </a:cubicBezTo>
                <a:cubicBezTo>
                  <a:pt x="13623" y="8794"/>
                  <a:pt x="13907" y="9969"/>
                  <a:pt x="14267" y="11126"/>
                </a:cubicBezTo>
                <a:cubicBezTo>
                  <a:pt x="14608" y="12244"/>
                  <a:pt x="15044" y="13344"/>
                  <a:pt x="15442" y="14443"/>
                </a:cubicBezTo>
                <a:cubicBezTo>
                  <a:pt x="15879" y="15524"/>
                  <a:pt x="16182" y="16642"/>
                  <a:pt x="16333" y="17799"/>
                </a:cubicBezTo>
                <a:cubicBezTo>
                  <a:pt x="16409" y="18329"/>
                  <a:pt x="16390" y="18879"/>
                  <a:pt x="16296" y="19410"/>
                </a:cubicBezTo>
                <a:cubicBezTo>
                  <a:pt x="16277" y="19618"/>
                  <a:pt x="16144" y="19789"/>
                  <a:pt x="15973" y="19884"/>
                </a:cubicBezTo>
                <a:cubicBezTo>
                  <a:pt x="15943" y="19889"/>
                  <a:pt x="15912" y="19892"/>
                  <a:pt x="15882" y="19892"/>
                </a:cubicBezTo>
                <a:cubicBezTo>
                  <a:pt x="15710" y="19892"/>
                  <a:pt x="15558" y="19802"/>
                  <a:pt x="15461" y="19656"/>
                </a:cubicBezTo>
                <a:cubicBezTo>
                  <a:pt x="15329" y="19467"/>
                  <a:pt x="15215" y="19258"/>
                  <a:pt x="15139" y="19031"/>
                </a:cubicBezTo>
                <a:cubicBezTo>
                  <a:pt x="15025" y="18746"/>
                  <a:pt x="14912" y="18481"/>
                  <a:pt x="14817" y="18197"/>
                </a:cubicBezTo>
                <a:cubicBezTo>
                  <a:pt x="14608" y="17628"/>
                  <a:pt x="14419" y="17059"/>
                  <a:pt x="14248" y="16491"/>
                </a:cubicBezTo>
                <a:cubicBezTo>
                  <a:pt x="13888" y="15353"/>
                  <a:pt x="13566" y="14178"/>
                  <a:pt x="13300" y="13003"/>
                </a:cubicBezTo>
                <a:cubicBezTo>
                  <a:pt x="13073" y="12017"/>
                  <a:pt x="12921" y="11031"/>
                  <a:pt x="12694" y="10045"/>
                </a:cubicBezTo>
                <a:cubicBezTo>
                  <a:pt x="12334" y="8377"/>
                  <a:pt x="11822" y="6576"/>
                  <a:pt x="10590" y="5306"/>
                </a:cubicBezTo>
                <a:cubicBezTo>
                  <a:pt x="10305" y="5022"/>
                  <a:pt x="9983" y="4756"/>
                  <a:pt x="9623" y="4548"/>
                </a:cubicBezTo>
                <a:cubicBezTo>
                  <a:pt x="9603" y="4534"/>
                  <a:pt x="9580" y="4528"/>
                  <a:pt x="9558" y="4528"/>
                </a:cubicBezTo>
                <a:cubicBezTo>
                  <a:pt x="9517" y="4528"/>
                  <a:pt x="9477" y="4549"/>
                  <a:pt x="9452" y="4586"/>
                </a:cubicBezTo>
                <a:cubicBezTo>
                  <a:pt x="8978" y="5458"/>
                  <a:pt x="9016" y="6481"/>
                  <a:pt x="9168" y="7448"/>
                </a:cubicBezTo>
                <a:cubicBezTo>
                  <a:pt x="9338" y="8510"/>
                  <a:pt x="9604" y="9571"/>
                  <a:pt x="9869" y="10633"/>
                </a:cubicBezTo>
                <a:cubicBezTo>
                  <a:pt x="10438" y="12832"/>
                  <a:pt x="11101" y="14993"/>
                  <a:pt x="11879" y="17135"/>
                </a:cubicBezTo>
                <a:cubicBezTo>
                  <a:pt x="12182" y="18007"/>
                  <a:pt x="12618" y="19182"/>
                  <a:pt x="11784" y="19922"/>
                </a:cubicBezTo>
                <a:cubicBezTo>
                  <a:pt x="11612" y="20082"/>
                  <a:pt x="11386" y="20166"/>
                  <a:pt x="11158" y="20166"/>
                </a:cubicBezTo>
                <a:cubicBezTo>
                  <a:pt x="11008" y="20166"/>
                  <a:pt x="10858" y="20130"/>
                  <a:pt x="10722" y="20055"/>
                </a:cubicBezTo>
                <a:cubicBezTo>
                  <a:pt x="10400" y="19827"/>
                  <a:pt x="10172" y="19524"/>
                  <a:pt x="10021" y="19182"/>
                </a:cubicBezTo>
                <a:cubicBezTo>
                  <a:pt x="9831" y="18784"/>
                  <a:pt x="9699" y="18367"/>
                  <a:pt x="9585" y="17950"/>
                </a:cubicBezTo>
                <a:lnTo>
                  <a:pt x="9111" y="16244"/>
                </a:lnTo>
                <a:lnTo>
                  <a:pt x="8125" y="12832"/>
                </a:lnTo>
                <a:cubicBezTo>
                  <a:pt x="7822" y="11732"/>
                  <a:pt x="7519" y="10614"/>
                  <a:pt x="7177" y="9514"/>
                </a:cubicBezTo>
                <a:cubicBezTo>
                  <a:pt x="6950" y="8737"/>
                  <a:pt x="6665" y="7903"/>
                  <a:pt x="6059" y="7353"/>
                </a:cubicBezTo>
                <a:cubicBezTo>
                  <a:pt x="5907" y="7221"/>
                  <a:pt x="5737" y="7107"/>
                  <a:pt x="5547" y="7012"/>
                </a:cubicBezTo>
                <a:cubicBezTo>
                  <a:pt x="5534" y="7008"/>
                  <a:pt x="5519" y="7005"/>
                  <a:pt x="5505" y="7005"/>
                </a:cubicBezTo>
                <a:cubicBezTo>
                  <a:pt x="5457" y="7005"/>
                  <a:pt x="5410" y="7030"/>
                  <a:pt x="5395" y="7088"/>
                </a:cubicBezTo>
                <a:cubicBezTo>
                  <a:pt x="5054" y="9041"/>
                  <a:pt x="5661" y="10936"/>
                  <a:pt x="6305" y="12775"/>
                </a:cubicBezTo>
                <a:cubicBezTo>
                  <a:pt x="6628" y="13723"/>
                  <a:pt x="6988" y="14671"/>
                  <a:pt x="7253" y="15638"/>
                </a:cubicBezTo>
                <a:cubicBezTo>
                  <a:pt x="7386" y="16093"/>
                  <a:pt x="7481" y="16566"/>
                  <a:pt x="7537" y="17059"/>
                </a:cubicBezTo>
                <a:cubicBezTo>
                  <a:pt x="7556" y="17457"/>
                  <a:pt x="7481" y="17969"/>
                  <a:pt x="7064" y="18121"/>
                </a:cubicBezTo>
                <a:cubicBezTo>
                  <a:pt x="6994" y="18147"/>
                  <a:pt x="6924" y="18158"/>
                  <a:pt x="6855" y="18158"/>
                </a:cubicBezTo>
                <a:cubicBezTo>
                  <a:pt x="6568" y="18158"/>
                  <a:pt x="6295" y="17959"/>
                  <a:pt x="6097" y="17761"/>
                </a:cubicBezTo>
                <a:cubicBezTo>
                  <a:pt x="5774" y="17438"/>
                  <a:pt x="5547" y="17059"/>
                  <a:pt x="5376" y="16642"/>
                </a:cubicBezTo>
                <a:cubicBezTo>
                  <a:pt x="4959" y="15619"/>
                  <a:pt x="4561" y="14595"/>
                  <a:pt x="4182" y="13571"/>
                </a:cubicBezTo>
                <a:cubicBezTo>
                  <a:pt x="3405" y="11505"/>
                  <a:pt x="2703" y="9401"/>
                  <a:pt x="2059" y="7278"/>
                </a:cubicBezTo>
                <a:cubicBezTo>
                  <a:pt x="1414" y="5154"/>
                  <a:pt x="846" y="3012"/>
                  <a:pt x="334" y="851"/>
                </a:cubicBezTo>
                <a:cubicBezTo>
                  <a:pt x="277" y="586"/>
                  <a:pt x="220" y="320"/>
                  <a:pt x="163" y="55"/>
                </a:cubicBezTo>
                <a:cubicBezTo>
                  <a:pt x="156" y="17"/>
                  <a:pt x="126" y="0"/>
                  <a:pt x="95" y="0"/>
                </a:cubicBezTo>
                <a:close/>
              </a:path>
            </a:pathLst>
          </a:custGeom>
          <a:solidFill>
            <a:srgbClr val="3C8D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55" name="Google Shape;1755;p29"/>
          <p:cNvSpPr txBox="1">
            <a:spLocks noGrp="1"/>
          </p:cNvSpPr>
          <p:nvPr>
            <p:ph type="subTitle" idx="1"/>
          </p:nvPr>
        </p:nvSpPr>
        <p:spPr>
          <a:xfrm>
            <a:off x="724603" y="2240850"/>
            <a:ext cx="3181800" cy="12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56" name="Google Shape;1756;p29"/>
          <p:cNvSpPr txBox="1">
            <a:spLocks noGrp="1"/>
          </p:cNvSpPr>
          <p:nvPr>
            <p:ph type="ctrTitle"/>
          </p:nvPr>
        </p:nvSpPr>
        <p:spPr>
          <a:xfrm>
            <a:off x="724603" y="1663050"/>
            <a:ext cx="3181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57" name="Google Shape;1757;p29"/>
          <p:cNvSpPr/>
          <p:nvPr/>
        </p:nvSpPr>
        <p:spPr>
          <a:xfrm rot="-4340781" flipH="1">
            <a:off x="3518" y="-5268942"/>
            <a:ext cx="4623974" cy="7256832"/>
          </a:xfrm>
          <a:custGeom>
            <a:avLst/>
            <a:gdLst/>
            <a:ahLst/>
            <a:cxnLst/>
            <a:rect l="l" t="t" r="r" b="b"/>
            <a:pathLst>
              <a:path w="55812" h="94461" extrusionOk="0">
                <a:moveTo>
                  <a:pt x="36054" y="83719"/>
                </a:moveTo>
                <a:cubicBezTo>
                  <a:pt x="36059" y="85810"/>
                  <a:pt x="36230" y="87883"/>
                  <a:pt x="36585" y="89937"/>
                </a:cubicBezTo>
                <a:cubicBezTo>
                  <a:pt x="36680" y="90449"/>
                  <a:pt x="36775" y="90942"/>
                  <a:pt x="36888" y="91454"/>
                </a:cubicBezTo>
                <a:cubicBezTo>
                  <a:pt x="36926" y="91719"/>
                  <a:pt x="37002" y="91984"/>
                  <a:pt x="37059" y="92250"/>
                </a:cubicBezTo>
                <a:cubicBezTo>
                  <a:pt x="37097" y="92439"/>
                  <a:pt x="37305" y="92856"/>
                  <a:pt x="37211" y="93046"/>
                </a:cubicBezTo>
                <a:cubicBezTo>
                  <a:pt x="37154" y="93160"/>
                  <a:pt x="36831" y="93255"/>
                  <a:pt x="36718" y="93311"/>
                </a:cubicBezTo>
                <a:cubicBezTo>
                  <a:pt x="36509" y="93425"/>
                  <a:pt x="36282" y="93539"/>
                  <a:pt x="36035" y="93634"/>
                </a:cubicBezTo>
                <a:cubicBezTo>
                  <a:pt x="35599" y="93804"/>
                  <a:pt x="35144" y="93937"/>
                  <a:pt x="34689" y="93994"/>
                </a:cubicBezTo>
                <a:cubicBezTo>
                  <a:pt x="34597" y="94004"/>
                  <a:pt x="34505" y="94009"/>
                  <a:pt x="34414" y="94009"/>
                </a:cubicBezTo>
                <a:cubicBezTo>
                  <a:pt x="33623" y="94009"/>
                  <a:pt x="32889" y="93638"/>
                  <a:pt x="32566" y="92856"/>
                </a:cubicBezTo>
                <a:cubicBezTo>
                  <a:pt x="32244" y="92041"/>
                  <a:pt x="32471" y="91093"/>
                  <a:pt x="32756" y="90297"/>
                </a:cubicBezTo>
                <a:cubicBezTo>
                  <a:pt x="33362" y="88572"/>
                  <a:pt x="34234" y="86923"/>
                  <a:pt x="35125" y="85331"/>
                </a:cubicBezTo>
                <a:cubicBezTo>
                  <a:pt x="35426" y="84788"/>
                  <a:pt x="35736" y="84251"/>
                  <a:pt x="36054" y="83719"/>
                </a:cubicBezTo>
                <a:close/>
                <a:moveTo>
                  <a:pt x="43850" y="72899"/>
                </a:moveTo>
                <a:cubicBezTo>
                  <a:pt x="43926" y="74041"/>
                  <a:pt x="43988" y="75183"/>
                  <a:pt x="44035" y="76326"/>
                </a:cubicBezTo>
                <a:cubicBezTo>
                  <a:pt x="44111" y="78487"/>
                  <a:pt x="44149" y="80629"/>
                  <a:pt x="44130" y="82790"/>
                </a:cubicBezTo>
                <a:cubicBezTo>
                  <a:pt x="44111" y="83871"/>
                  <a:pt x="44092" y="84970"/>
                  <a:pt x="44054" y="86051"/>
                </a:cubicBezTo>
                <a:cubicBezTo>
                  <a:pt x="44016" y="87037"/>
                  <a:pt x="44092" y="88117"/>
                  <a:pt x="43864" y="89065"/>
                </a:cubicBezTo>
                <a:cubicBezTo>
                  <a:pt x="43789" y="89463"/>
                  <a:pt x="43599" y="89823"/>
                  <a:pt x="43334" y="90127"/>
                </a:cubicBezTo>
                <a:cubicBezTo>
                  <a:pt x="43194" y="90249"/>
                  <a:pt x="43052" y="90301"/>
                  <a:pt x="42914" y="90301"/>
                </a:cubicBezTo>
                <a:cubicBezTo>
                  <a:pt x="42585" y="90301"/>
                  <a:pt x="42287" y="90001"/>
                  <a:pt x="42139" y="89653"/>
                </a:cubicBezTo>
                <a:cubicBezTo>
                  <a:pt x="41874" y="88970"/>
                  <a:pt x="41760" y="88193"/>
                  <a:pt x="41609" y="87473"/>
                </a:cubicBezTo>
                <a:cubicBezTo>
                  <a:pt x="41324" y="86165"/>
                  <a:pt x="41021" y="84724"/>
                  <a:pt x="40149" y="83643"/>
                </a:cubicBezTo>
                <a:cubicBezTo>
                  <a:pt x="39770" y="83169"/>
                  <a:pt x="39277" y="82809"/>
                  <a:pt x="38708" y="82582"/>
                </a:cubicBezTo>
                <a:cubicBezTo>
                  <a:pt x="38695" y="82577"/>
                  <a:pt x="38683" y="82574"/>
                  <a:pt x="38671" y="82574"/>
                </a:cubicBezTo>
                <a:cubicBezTo>
                  <a:pt x="38594" y="82574"/>
                  <a:pt x="38540" y="82668"/>
                  <a:pt x="38557" y="82733"/>
                </a:cubicBezTo>
                <a:cubicBezTo>
                  <a:pt x="38917" y="84667"/>
                  <a:pt x="39277" y="86601"/>
                  <a:pt x="39618" y="88534"/>
                </a:cubicBezTo>
                <a:lnTo>
                  <a:pt x="40149" y="91397"/>
                </a:lnTo>
                <a:cubicBezTo>
                  <a:pt x="40263" y="92136"/>
                  <a:pt x="40452" y="92875"/>
                  <a:pt x="40187" y="93596"/>
                </a:cubicBezTo>
                <a:cubicBezTo>
                  <a:pt x="40092" y="93861"/>
                  <a:pt x="39921" y="94183"/>
                  <a:pt x="39618" y="94240"/>
                </a:cubicBezTo>
                <a:cubicBezTo>
                  <a:pt x="39604" y="94243"/>
                  <a:pt x="39590" y="94244"/>
                  <a:pt x="39576" y="94244"/>
                </a:cubicBezTo>
                <a:cubicBezTo>
                  <a:pt x="39294" y="94244"/>
                  <a:pt x="39081" y="93717"/>
                  <a:pt x="38955" y="93482"/>
                </a:cubicBezTo>
                <a:cubicBezTo>
                  <a:pt x="38670" y="92856"/>
                  <a:pt x="38462" y="92193"/>
                  <a:pt x="38348" y="91511"/>
                </a:cubicBezTo>
                <a:cubicBezTo>
                  <a:pt x="38083" y="90146"/>
                  <a:pt x="38045" y="88762"/>
                  <a:pt x="37855" y="87397"/>
                </a:cubicBezTo>
                <a:cubicBezTo>
                  <a:pt x="37647" y="85994"/>
                  <a:pt x="37230" y="84610"/>
                  <a:pt x="36244" y="83549"/>
                </a:cubicBezTo>
                <a:cubicBezTo>
                  <a:pt x="36227" y="83526"/>
                  <a:pt x="36203" y="83515"/>
                  <a:pt x="36178" y="83514"/>
                </a:cubicBezTo>
                <a:lnTo>
                  <a:pt x="36178" y="83514"/>
                </a:lnTo>
                <a:cubicBezTo>
                  <a:pt x="38436" y="79777"/>
                  <a:pt x="41102" y="76305"/>
                  <a:pt x="43850" y="72899"/>
                </a:cubicBezTo>
                <a:close/>
                <a:moveTo>
                  <a:pt x="124" y="0"/>
                </a:moveTo>
                <a:cubicBezTo>
                  <a:pt x="60" y="0"/>
                  <a:pt x="1" y="49"/>
                  <a:pt x="36" y="119"/>
                </a:cubicBezTo>
                <a:lnTo>
                  <a:pt x="17" y="119"/>
                </a:lnTo>
                <a:cubicBezTo>
                  <a:pt x="2955" y="8498"/>
                  <a:pt x="5989" y="16839"/>
                  <a:pt x="9135" y="25123"/>
                </a:cubicBezTo>
                <a:cubicBezTo>
                  <a:pt x="9894" y="27152"/>
                  <a:pt x="10671" y="29180"/>
                  <a:pt x="11467" y="31208"/>
                </a:cubicBezTo>
                <a:cubicBezTo>
                  <a:pt x="12168" y="33028"/>
                  <a:pt x="12794" y="34905"/>
                  <a:pt x="13647" y="36649"/>
                </a:cubicBezTo>
                <a:cubicBezTo>
                  <a:pt x="14292" y="37976"/>
                  <a:pt x="15221" y="39246"/>
                  <a:pt x="16623" y="39796"/>
                </a:cubicBezTo>
                <a:cubicBezTo>
                  <a:pt x="17283" y="40054"/>
                  <a:pt x="17979" y="40142"/>
                  <a:pt x="18690" y="40142"/>
                </a:cubicBezTo>
                <a:cubicBezTo>
                  <a:pt x="19959" y="40142"/>
                  <a:pt x="21272" y="39862"/>
                  <a:pt x="22500" y="39777"/>
                </a:cubicBezTo>
                <a:cubicBezTo>
                  <a:pt x="23246" y="39726"/>
                  <a:pt x="23995" y="39701"/>
                  <a:pt x="24747" y="39701"/>
                </a:cubicBezTo>
                <a:cubicBezTo>
                  <a:pt x="26249" y="39701"/>
                  <a:pt x="27757" y="39802"/>
                  <a:pt x="29249" y="40004"/>
                </a:cubicBezTo>
                <a:cubicBezTo>
                  <a:pt x="31106" y="40270"/>
                  <a:pt x="33021" y="40668"/>
                  <a:pt x="34727" y="41502"/>
                </a:cubicBezTo>
                <a:cubicBezTo>
                  <a:pt x="36433" y="42317"/>
                  <a:pt x="37836" y="43682"/>
                  <a:pt x="38708" y="45350"/>
                </a:cubicBezTo>
                <a:cubicBezTo>
                  <a:pt x="39580" y="46981"/>
                  <a:pt x="40054" y="48782"/>
                  <a:pt x="40471" y="50545"/>
                </a:cubicBezTo>
                <a:cubicBezTo>
                  <a:pt x="42179" y="57664"/>
                  <a:pt x="43282" y="64918"/>
                  <a:pt x="43803" y="72216"/>
                </a:cubicBezTo>
                <a:lnTo>
                  <a:pt x="43803" y="72216"/>
                </a:lnTo>
                <a:cubicBezTo>
                  <a:pt x="43494" y="72599"/>
                  <a:pt x="43186" y="72983"/>
                  <a:pt x="42879" y="73369"/>
                </a:cubicBezTo>
                <a:cubicBezTo>
                  <a:pt x="40831" y="75966"/>
                  <a:pt x="38822" y="78601"/>
                  <a:pt x="37021" y="81387"/>
                </a:cubicBezTo>
                <a:cubicBezTo>
                  <a:pt x="35277" y="84098"/>
                  <a:pt x="33571" y="87018"/>
                  <a:pt x="32471" y="90070"/>
                </a:cubicBezTo>
                <a:cubicBezTo>
                  <a:pt x="31997" y="91359"/>
                  <a:pt x="31770" y="93198"/>
                  <a:pt x="33154" y="94013"/>
                </a:cubicBezTo>
                <a:cubicBezTo>
                  <a:pt x="33534" y="94235"/>
                  <a:pt x="33946" y="94326"/>
                  <a:pt x="34367" y="94326"/>
                </a:cubicBezTo>
                <a:cubicBezTo>
                  <a:pt x="35456" y="94326"/>
                  <a:pt x="36609" y="93717"/>
                  <a:pt x="37457" y="93198"/>
                </a:cubicBezTo>
                <a:cubicBezTo>
                  <a:pt x="37514" y="93160"/>
                  <a:pt x="37533" y="93103"/>
                  <a:pt x="37514" y="93046"/>
                </a:cubicBezTo>
                <a:cubicBezTo>
                  <a:pt x="36725" y="90076"/>
                  <a:pt x="36309" y="87016"/>
                  <a:pt x="36300" y="83937"/>
                </a:cubicBezTo>
                <a:lnTo>
                  <a:pt x="36300" y="83937"/>
                </a:lnTo>
                <a:cubicBezTo>
                  <a:pt x="38208" y="86250"/>
                  <a:pt x="37579" y="89653"/>
                  <a:pt x="38348" y="92383"/>
                </a:cubicBezTo>
                <a:cubicBezTo>
                  <a:pt x="38500" y="93065"/>
                  <a:pt x="38803" y="93710"/>
                  <a:pt x="39201" y="94297"/>
                </a:cubicBezTo>
                <a:cubicBezTo>
                  <a:pt x="39289" y="94413"/>
                  <a:pt x="39407" y="94460"/>
                  <a:pt x="39532" y="94460"/>
                </a:cubicBezTo>
                <a:cubicBezTo>
                  <a:pt x="39756" y="94460"/>
                  <a:pt x="40003" y="94309"/>
                  <a:pt x="40149" y="94127"/>
                </a:cubicBezTo>
                <a:cubicBezTo>
                  <a:pt x="40490" y="93728"/>
                  <a:pt x="40566" y="93103"/>
                  <a:pt x="40547" y="92591"/>
                </a:cubicBezTo>
                <a:cubicBezTo>
                  <a:pt x="40509" y="91681"/>
                  <a:pt x="40244" y="90752"/>
                  <a:pt x="40092" y="89861"/>
                </a:cubicBezTo>
                <a:cubicBezTo>
                  <a:pt x="39670" y="87551"/>
                  <a:pt x="39266" y="85241"/>
                  <a:pt x="38846" y="82914"/>
                </a:cubicBezTo>
                <a:lnTo>
                  <a:pt x="38846" y="82914"/>
                </a:lnTo>
                <a:cubicBezTo>
                  <a:pt x="40217" y="83575"/>
                  <a:pt x="40753" y="85091"/>
                  <a:pt x="41116" y="86487"/>
                </a:cubicBezTo>
                <a:cubicBezTo>
                  <a:pt x="41305" y="87245"/>
                  <a:pt x="41438" y="88022"/>
                  <a:pt x="41628" y="88781"/>
                </a:cubicBezTo>
                <a:cubicBezTo>
                  <a:pt x="41760" y="89349"/>
                  <a:pt x="41874" y="90146"/>
                  <a:pt x="42443" y="90468"/>
                </a:cubicBezTo>
                <a:cubicBezTo>
                  <a:pt x="42589" y="90550"/>
                  <a:pt x="42735" y="90587"/>
                  <a:pt x="42876" y="90587"/>
                </a:cubicBezTo>
                <a:cubicBezTo>
                  <a:pt x="43193" y="90587"/>
                  <a:pt x="43484" y="90402"/>
                  <a:pt x="43694" y="90127"/>
                </a:cubicBezTo>
                <a:cubicBezTo>
                  <a:pt x="44168" y="89539"/>
                  <a:pt x="44225" y="88781"/>
                  <a:pt x="44263" y="88060"/>
                </a:cubicBezTo>
                <a:cubicBezTo>
                  <a:pt x="44376" y="85842"/>
                  <a:pt x="44433" y="83624"/>
                  <a:pt x="44433" y="81425"/>
                </a:cubicBezTo>
                <a:cubicBezTo>
                  <a:pt x="44433" y="78462"/>
                  <a:pt x="44333" y="75502"/>
                  <a:pt x="44134" y="72549"/>
                </a:cubicBezTo>
                <a:lnTo>
                  <a:pt x="44134" y="72549"/>
                </a:lnTo>
                <a:cubicBezTo>
                  <a:pt x="45525" y="70831"/>
                  <a:pt x="46934" y="69129"/>
                  <a:pt x="48319" y="67416"/>
                </a:cubicBezTo>
                <a:cubicBezTo>
                  <a:pt x="50916" y="64213"/>
                  <a:pt x="53457" y="60952"/>
                  <a:pt x="55694" y="57464"/>
                </a:cubicBezTo>
                <a:cubicBezTo>
                  <a:pt x="55812" y="57293"/>
                  <a:pt x="55657" y="57122"/>
                  <a:pt x="55493" y="57122"/>
                </a:cubicBezTo>
                <a:cubicBezTo>
                  <a:pt x="55421" y="57122"/>
                  <a:pt x="55348" y="57155"/>
                  <a:pt x="55295" y="57236"/>
                </a:cubicBezTo>
                <a:cubicBezTo>
                  <a:pt x="51966" y="62402"/>
                  <a:pt x="47953" y="67087"/>
                  <a:pt x="44086" y="71866"/>
                </a:cubicBezTo>
                <a:lnTo>
                  <a:pt x="44086" y="71866"/>
                </a:lnTo>
                <a:cubicBezTo>
                  <a:pt x="43682" y="66321"/>
                  <a:pt x="42926" y="60806"/>
                  <a:pt x="41817" y="55360"/>
                </a:cubicBezTo>
                <a:cubicBezTo>
                  <a:pt x="41400" y="53255"/>
                  <a:pt x="40945" y="51132"/>
                  <a:pt x="40376" y="49066"/>
                </a:cubicBezTo>
                <a:cubicBezTo>
                  <a:pt x="39921" y="47379"/>
                  <a:pt x="39315" y="45673"/>
                  <a:pt x="38310" y="44213"/>
                </a:cubicBezTo>
                <a:cubicBezTo>
                  <a:pt x="36130" y="41104"/>
                  <a:pt x="32301" y="40175"/>
                  <a:pt x="28737" y="39739"/>
                </a:cubicBezTo>
                <a:cubicBezTo>
                  <a:pt x="27406" y="39567"/>
                  <a:pt x="26076" y="39485"/>
                  <a:pt x="24745" y="39485"/>
                </a:cubicBezTo>
                <a:cubicBezTo>
                  <a:pt x="23877" y="39485"/>
                  <a:pt x="23008" y="39520"/>
                  <a:pt x="22140" y="39587"/>
                </a:cubicBezTo>
                <a:cubicBezTo>
                  <a:pt x="21041" y="39680"/>
                  <a:pt x="19854" y="39911"/>
                  <a:pt x="18707" y="39911"/>
                </a:cubicBezTo>
                <a:cubicBezTo>
                  <a:pt x="17736" y="39911"/>
                  <a:pt x="16794" y="39745"/>
                  <a:pt x="15960" y="39189"/>
                </a:cubicBezTo>
                <a:cubicBezTo>
                  <a:pt x="14519" y="38204"/>
                  <a:pt x="13780" y="36479"/>
                  <a:pt x="13173" y="34924"/>
                </a:cubicBezTo>
                <a:cubicBezTo>
                  <a:pt x="12339" y="32820"/>
                  <a:pt x="11543" y="30735"/>
                  <a:pt x="10728" y="28630"/>
                </a:cubicBezTo>
                <a:cubicBezTo>
                  <a:pt x="7505" y="20194"/>
                  <a:pt x="4377" y="11721"/>
                  <a:pt x="1344" y="3228"/>
                </a:cubicBezTo>
                <a:cubicBezTo>
                  <a:pt x="965" y="2166"/>
                  <a:pt x="586" y="1124"/>
                  <a:pt x="226" y="62"/>
                </a:cubicBezTo>
                <a:cubicBezTo>
                  <a:pt x="204" y="19"/>
                  <a:pt x="163" y="0"/>
                  <a:pt x="124" y="0"/>
                </a:cubicBezTo>
                <a:close/>
              </a:path>
            </a:pathLst>
          </a:custGeom>
          <a:solidFill>
            <a:srgbClr val="1C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 ">
  <p:cSld name="BLANK_1_1_1_1_1_1_2_1">
    <p:spTree>
      <p:nvGrpSpPr>
        <p:cNvPr id="1" name="Shape 1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9" name="Google Shape;1759;p30"/>
          <p:cNvPicPr preferRelativeResize="0"/>
          <p:nvPr/>
        </p:nvPicPr>
        <p:blipFill>
          <a:blip r:embed="rId2">
            <a:alphaModFix amt="76000"/>
          </a:blip>
          <a:stretch>
            <a:fillRect/>
          </a:stretch>
        </p:blipFill>
        <p:spPr>
          <a:xfrm rot="2453973">
            <a:off x="1248590" y="2532214"/>
            <a:ext cx="4232748" cy="157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0" name="Google Shape;1760;p30"/>
          <p:cNvPicPr preferRelativeResize="0"/>
          <p:nvPr/>
        </p:nvPicPr>
        <p:blipFill>
          <a:blip r:embed="rId2">
            <a:alphaModFix amt="76000"/>
          </a:blip>
          <a:stretch>
            <a:fillRect/>
          </a:stretch>
        </p:blipFill>
        <p:spPr>
          <a:xfrm rot="2453973">
            <a:off x="-1738310" y="4081814"/>
            <a:ext cx="4232748" cy="157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1" name="Google Shape;1761;p30"/>
          <p:cNvPicPr preferRelativeResize="0"/>
          <p:nvPr/>
        </p:nvPicPr>
        <p:blipFill>
          <a:blip r:embed="rId3">
            <a:alphaModFix amt="76000"/>
          </a:blip>
          <a:stretch>
            <a:fillRect/>
          </a:stretch>
        </p:blipFill>
        <p:spPr>
          <a:xfrm rot="2453973">
            <a:off x="6716115" y="-248136"/>
            <a:ext cx="4232748" cy="157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2" name="Google Shape;1762;p30"/>
          <p:cNvPicPr preferRelativeResize="0"/>
          <p:nvPr/>
        </p:nvPicPr>
        <p:blipFill>
          <a:blip r:embed="rId4">
            <a:alphaModFix amt="47000"/>
          </a:blip>
          <a:stretch>
            <a:fillRect/>
          </a:stretch>
        </p:blipFill>
        <p:spPr>
          <a:xfrm rot="10800000">
            <a:off x="1630988" y="143888"/>
            <a:ext cx="5882026" cy="48557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63" name="Google Shape;1763;p30"/>
          <p:cNvGrpSpPr/>
          <p:nvPr/>
        </p:nvGrpSpPr>
        <p:grpSpPr>
          <a:xfrm rot="-2700000">
            <a:off x="167955" y="3080962"/>
            <a:ext cx="1344349" cy="2469678"/>
            <a:chOff x="272875" y="1419395"/>
            <a:chExt cx="255950" cy="563168"/>
          </a:xfrm>
        </p:grpSpPr>
        <p:sp>
          <p:nvSpPr>
            <p:cNvPr id="1764" name="Google Shape;1764;p30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5" name="Google Shape;1765;p30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6" name="Google Shape;1766;p30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7" name="Google Shape;1767;p30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8" name="Google Shape;1768;p30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9" name="Google Shape;1769;p30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0" name="Google Shape;1770;p30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1" name="Google Shape;1771;p30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2" name="Google Shape;1772;p30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3" name="Google Shape;1773;p30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4" name="Google Shape;1774;p30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5" name="Google Shape;1775;p30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6" name="Google Shape;1776;p30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7" name="Google Shape;1777;p30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8" name="Google Shape;1778;p30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9" name="Google Shape;1779;p30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0" name="Google Shape;1780;p30"/>
            <p:cNvSpPr/>
            <p:nvPr/>
          </p:nvSpPr>
          <p:spPr>
            <a:xfrm>
              <a:off x="369050" y="1615955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1" name="Google Shape;1781;p30"/>
            <p:cNvSpPr/>
            <p:nvPr/>
          </p:nvSpPr>
          <p:spPr>
            <a:xfrm>
              <a:off x="490635" y="1582215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2" name="Google Shape;1782;p30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3" name="Google Shape;1783;p30"/>
            <p:cNvSpPr/>
            <p:nvPr/>
          </p:nvSpPr>
          <p:spPr>
            <a:xfrm>
              <a:off x="438343" y="1487068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4" name="Google Shape;1784;p30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5" name="Google Shape;1785;p30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6" name="Google Shape;1786;p30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7" name="Google Shape;1787;p30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8" name="Google Shape;1788;p30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9" name="Google Shape;1789;p30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0" name="Google Shape;1790;p30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1" name="Google Shape;1791;p30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2" name="Google Shape;1792;p30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3" name="Google Shape;1793;p30"/>
            <p:cNvSpPr/>
            <p:nvPr/>
          </p:nvSpPr>
          <p:spPr>
            <a:xfrm>
              <a:off x="360075" y="195388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4" name="Google Shape;1794;p30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5" name="Google Shape;1795;p30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6" name="Google Shape;1796;p30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7" name="Google Shape;1797;p30"/>
            <p:cNvSpPr/>
            <p:nvPr/>
          </p:nvSpPr>
          <p:spPr>
            <a:xfrm>
              <a:off x="394558" y="1560904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8" name="Google Shape;1798;p30"/>
            <p:cNvSpPr/>
            <p:nvPr/>
          </p:nvSpPr>
          <p:spPr>
            <a:xfrm>
              <a:off x="418850" y="1419395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799" name="Google Shape;1799;p30"/>
          <p:cNvGrpSpPr/>
          <p:nvPr/>
        </p:nvGrpSpPr>
        <p:grpSpPr>
          <a:xfrm rot="-2700000">
            <a:off x="8026513" y="-183341"/>
            <a:ext cx="1344349" cy="1995327"/>
            <a:chOff x="272875" y="1527563"/>
            <a:chExt cx="255950" cy="455000"/>
          </a:xfrm>
        </p:grpSpPr>
        <p:sp>
          <p:nvSpPr>
            <p:cNvPr id="1800" name="Google Shape;1800;p30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1" name="Google Shape;1801;p30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2" name="Google Shape;1802;p30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3" name="Google Shape;1803;p30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4" name="Google Shape;1804;p30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5" name="Google Shape;1805;p30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6" name="Google Shape;1806;p30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7" name="Google Shape;1807;p30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8" name="Google Shape;1808;p30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9" name="Google Shape;1809;p30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0" name="Google Shape;1810;p30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1" name="Google Shape;1811;p30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2" name="Google Shape;1812;p30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3" name="Google Shape;1813;p30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4" name="Google Shape;1814;p30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5" name="Google Shape;1815;p30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6" name="Google Shape;1816;p30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7" name="Google Shape;1817;p30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8" name="Google Shape;1818;p30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9" name="Google Shape;1819;p30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0" name="Google Shape;1820;p30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1" name="Google Shape;1821;p30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2" name="Google Shape;1822;p30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3" name="Google Shape;1823;p30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4" name="Google Shape;1824;p30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5" name="Google Shape;1825;p30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6" name="Google Shape;1826;p30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7" name="Google Shape;1827;p30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8" name="Google Shape;1828;p30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9" name="Google Shape;1829;p30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0" name="Google Shape;1830;p30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1" name="Google Shape;1831;p30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2" name="Google Shape;1832;p30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3" name="Google Shape;1833;p30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4" name="Google Shape;1834;p30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835" name="Google Shape;1835;p30"/>
          <p:cNvSpPr txBox="1">
            <a:spLocks noGrp="1"/>
          </p:cNvSpPr>
          <p:nvPr>
            <p:ph type="ctrTitle"/>
          </p:nvPr>
        </p:nvSpPr>
        <p:spPr>
          <a:xfrm>
            <a:off x="720000" y="540000"/>
            <a:ext cx="7704000" cy="135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836" name="Google Shape;1836;p30"/>
          <p:cNvSpPr txBox="1">
            <a:spLocks noGrp="1"/>
          </p:cNvSpPr>
          <p:nvPr>
            <p:ph type="subTitle" idx="1"/>
          </p:nvPr>
        </p:nvSpPr>
        <p:spPr>
          <a:xfrm>
            <a:off x="720000" y="2603948"/>
            <a:ext cx="7704000" cy="96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37" name="Google Shape;1837;p30"/>
          <p:cNvSpPr txBox="1"/>
          <p:nvPr/>
        </p:nvSpPr>
        <p:spPr>
          <a:xfrm>
            <a:off x="2646000" y="3628979"/>
            <a:ext cx="38520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CREDITS: This presentation template was created</a:t>
            </a:r>
            <a:r>
              <a:rPr lang="en-GB" sz="1200" b="1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 </a:t>
            </a:r>
            <a:r>
              <a:rPr lang="en-GB" sz="1200" b="1">
                <a:solidFill>
                  <a:schemeClr val="dk2"/>
                </a:solidFill>
                <a:uFill>
                  <a:noFill/>
                </a:u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  <a:hlinkClick r:id="rId5"/>
              </a:rPr>
              <a:t> </a:t>
            </a:r>
            <a:r>
              <a:rPr lang="en-US" altLang="en-GB" sz="1200" b="1">
                <a:solidFill>
                  <a:schemeClr val="dk2"/>
                </a:solidFill>
                <a:uFill>
                  <a:noFill/>
                </a:u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  <a:hlinkClick r:id="rId5"/>
              </a:rPr>
              <a:t>PPT</a:t>
            </a:r>
            <a:r>
              <a:rPr lang="en-GB" sz="1200" b="1">
                <a:solidFill>
                  <a:schemeClr val="dk2"/>
                </a:solidFill>
                <a:uFill>
                  <a:noFill/>
                </a:u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  <a:hlinkClick r:id="rId5"/>
              </a:rPr>
              <a:t>,</a:t>
            </a:r>
            <a:r>
              <a:rPr lang="en-GB" sz="1200" b="1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 </a:t>
            </a:r>
            <a:r>
              <a:rPr lang="en-GB" sz="1200">
                <a:solidFill>
                  <a:schemeClr val="dk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including icons</a:t>
            </a:r>
            <a:r>
              <a:rPr lang="en-GB" sz="1200" b="1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 </a:t>
            </a:r>
            <a:r>
              <a:rPr lang="en-US" altLang="en-GB" sz="1200" b="1">
                <a:solidFill>
                  <a:schemeClr val="dk2"/>
                </a:solidFill>
                <a:uFill>
                  <a:noFill/>
                </a:u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  <a:hlinkClick r:id="rId6"/>
              </a:rPr>
              <a:t>PPT</a:t>
            </a:r>
            <a:r>
              <a:rPr lang="en-GB" sz="1200" b="1">
                <a:solidFill>
                  <a:schemeClr val="dk2"/>
                </a:solidFill>
                <a:uFill>
                  <a:noFill/>
                </a:u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  <a:hlinkClick r:id="rId6"/>
              </a:rPr>
              <a:t>,</a:t>
            </a:r>
            <a:r>
              <a:rPr lang="en-GB" sz="1200" b="1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 i</a:t>
            </a:r>
            <a:r>
              <a:rPr lang="en-GB" sz="1200">
                <a:solidFill>
                  <a:schemeClr val="dk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nfographics &amp; images </a:t>
            </a:r>
            <a:r>
              <a:rPr lang="en-US" altLang="en-GB" sz="1200" b="1">
                <a:solidFill>
                  <a:schemeClr val="dk2"/>
                </a:solidFill>
                <a:uFill>
                  <a:noFill/>
                </a:u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  <a:hlinkClick r:id="rId7"/>
              </a:rPr>
              <a:t>PPT</a:t>
            </a:r>
            <a:endParaRPr sz="1200" b="1">
              <a:solidFill>
                <a:schemeClr val="dk2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sp>
        <p:nvSpPr>
          <p:cNvPr id="1838" name="Google Shape;1838;p30"/>
          <p:cNvSpPr/>
          <p:nvPr/>
        </p:nvSpPr>
        <p:spPr>
          <a:xfrm>
            <a:off x="5570568" y="-2413037"/>
            <a:ext cx="4624024" cy="7256966"/>
          </a:xfrm>
          <a:custGeom>
            <a:avLst/>
            <a:gdLst/>
            <a:ahLst/>
            <a:cxnLst/>
            <a:rect l="l" t="t" r="r" b="b"/>
            <a:pathLst>
              <a:path w="55812" h="94461" extrusionOk="0">
                <a:moveTo>
                  <a:pt x="36054" y="83719"/>
                </a:moveTo>
                <a:cubicBezTo>
                  <a:pt x="36059" y="85810"/>
                  <a:pt x="36230" y="87883"/>
                  <a:pt x="36585" y="89937"/>
                </a:cubicBezTo>
                <a:cubicBezTo>
                  <a:pt x="36680" y="90449"/>
                  <a:pt x="36775" y="90942"/>
                  <a:pt x="36888" y="91454"/>
                </a:cubicBezTo>
                <a:cubicBezTo>
                  <a:pt x="36926" y="91719"/>
                  <a:pt x="37002" y="91984"/>
                  <a:pt x="37059" y="92250"/>
                </a:cubicBezTo>
                <a:cubicBezTo>
                  <a:pt x="37097" y="92439"/>
                  <a:pt x="37305" y="92856"/>
                  <a:pt x="37211" y="93046"/>
                </a:cubicBezTo>
                <a:cubicBezTo>
                  <a:pt x="37154" y="93160"/>
                  <a:pt x="36831" y="93255"/>
                  <a:pt x="36718" y="93311"/>
                </a:cubicBezTo>
                <a:cubicBezTo>
                  <a:pt x="36509" y="93425"/>
                  <a:pt x="36282" y="93539"/>
                  <a:pt x="36035" y="93634"/>
                </a:cubicBezTo>
                <a:cubicBezTo>
                  <a:pt x="35599" y="93804"/>
                  <a:pt x="35144" y="93937"/>
                  <a:pt x="34689" y="93994"/>
                </a:cubicBezTo>
                <a:cubicBezTo>
                  <a:pt x="34597" y="94004"/>
                  <a:pt x="34505" y="94009"/>
                  <a:pt x="34414" y="94009"/>
                </a:cubicBezTo>
                <a:cubicBezTo>
                  <a:pt x="33623" y="94009"/>
                  <a:pt x="32889" y="93638"/>
                  <a:pt x="32566" y="92856"/>
                </a:cubicBezTo>
                <a:cubicBezTo>
                  <a:pt x="32244" y="92041"/>
                  <a:pt x="32471" y="91093"/>
                  <a:pt x="32756" y="90297"/>
                </a:cubicBezTo>
                <a:cubicBezTo>
                  <a:pt x="33362" y="88572"/>
                  <a:pt x="34234" y="86923"/>
                  <a:pt x="35125" y="85331"/>
                </a:cubicBezTo>
                <a:cubicBezTo>
                  <a:pt x="35426" y="84788"/>
                  <a:pt x="35736" y="84251"/>
                  <a:pt x="36054" y="83719"/>
                </a:cubicBezTo>
                <a:close/>
                <a:moveTo>
                  <a:pt x="43850" y="72899"/>
                </a:moveTo>
                <a:cubicBezTo>
                  <a:pt x="43926" y="74041"/>
                  <a:pt x="43988" y="75183"/>
                  <a:pt x="44035" y="76326"/>
                </a:cubicBezTo>
                <a:cubicBezTo>
                  <a:pt x="44111" y="78487"/>
                  <a:pt x="44149" y="80629"/>
                  <a:pt x="44130" y="82790"/>
                </a:cubicBezTo>
                <a:cubicBezTo>
                  <a:pt x="44111" y="83871"/>
                  <a:pt x="44092" y="84970"/>
                  <a:pt x="44054" y="86051"/>
                </a:cubicBezTo>
                <a:cubicBezTo>
                  <a:pt x="44016" y="87037"/>
                  <a:pt x="44092" y="88117"/>
                  <a:pt x="43864" y="89065"/>
                </a:cubicBezTo>
                <a:cubicBezTo>
                  <a:pt x="43789" y="89463"/>
                  <a:pt x="43599" y="89823"/>
                  <a:pt x="43334" y="90127"/>
                </a:cubicBezTo>
                <a:cubicBezTo>
                  <a:pt x="43194" y="90249"/>
                  <a:pt x="43052" y="90301"/>
                  <a:pt x="42914" y="90301"/>
                </a:cubicBezTo>
                <a:cubicBezTo>
                  <a:pt x="42585" y="90301"/>
                  <a:pt x="42287" y="90001"/>
                  <a:pt x="42139" y="89653"/>
                </a:cubicBezTo>
                <a:cubicBezTo>
                  <a:pt x="41874" y="88970"/>
                  <a:pt x="41760" y="88193"/>
                  <a:pt x="41609" y="87473"/>
                </a:cubicBezTo>
                <a:cubicBezTo>
                  <a:pt x="41324" y="86165"/>
                  <a:pt x="41021" y="84724"/>
                  <a:pt x="40149" y="83643"/>
                </a:cubicBezTo>
                <a:cubicBezTo>
                  <a:pt x="39770" y="83169"/>
                  <a:pt x="39277" y="82809"/>
                  <a:pt x="38708" y="82582"/>
                </a:cubicBezTo>
                <a:cubicBezTo>
                  <a:pt x="38695" y="82577"/>
                  <a:pt x="38683" y="82574"/>
                  <a:pt x="38671" y="82574"/>
                </a:cubicBezTo>
                <a:cubicBezTo>
                  <a:pt x="38594" y="82574"/>
                  <a:pt x="38540" y="82668"/>
                  <a:pt x="38557" y="82733"/>
                </a:cubicBezTo>
                <a:cubicBezTo>
                  <a:pt x="38917" y="84667"/>
                  <a:pt x="39277" y="86601"/>
                  <a:pt x="39618" y="88534"/>
                </a:cubicBezTo>
                <a:lnTo>
                  <a:pt x="40149" y="91397"/>
                </a:lnTo>
                <a:cubicBezTo>
                  <a:pt x="40263" y="92136"/>
                  <a:pt x="40452" y="92875"/>
                  <a:pt x="40187" y="93596"/>
                </a:cubicBezTo>
                <a:cubicBezTo>
                  <a:pt x="40092" y="93861"/>
                  <a:pt x="39921" y="94183"/>
                  <a:pt x="39618" y="94240"/>
                </a:cubicBezTo>
                <a:cubicBezTo>
                  <a:pt x="39604" y="94243"/>
                  <a:pt x="39590" y="94244"/>
                  <a:pt x="39576" y="94244"/>
                </a:cubicBezTo>
                <a:cubicBezTo>
                  <a:pt x="39294" y="94244"/>
                  <a:pt x="39081" y="93717"/>
                  <a:pt x="38955" y="93482"/>
                </a:cubicBezTo>
                <a:cubicBezTo>
                  <a:pt x="38670" y="92856"/>
                  <a:pt x="38462" y="92193"/>
                  <a:pt x="38348" y="91511"/>
                </a:cubicBezTo>
                <a:cubicBezTo>
                  <a:pt x="38083" y="90146"/>
                  <a:pt x="38045" y="88762"/>
                  <a:pt x="37855" y="87397"/>
                </a:cubicBezTo>
                <a:cubicBezTo>
                  <a:pt x="37647" y="85994"/>
                  <a:pt x="37230" y="84610"/>
                  <a:pt x="36244" y="83549"/>
                </a:cubicBezTo>
                <a:cubicBezTo>
                  <a:pt x="36227" y="83526"/>
                  <a:pt x="36203" y="83515"/>
                  <a:pt x="36178" y="83514"/>
                </a:cubicBezTo>
                <a:lnTo>
                  <a:pt x="36178" y="83514"/>
                </a:lnTo>
                <a:cubicBezTo>
                  <a:pt x="38436" y="79777"/>
                  <a:pt x="41102" y="76305"/>
                  <a:pt x="43850" y="72899"/>
                </a:cubicBezTo>
                <a:close/>
                <a:moveTo>
                  <a:pt x="124" y="0"/>
                </a:moveTo>
                <a:cubicBezTo>
                  <a:pt x="60" y="0"/>
                  <a:pt x="1" y="49"/>
                  <a:pt x="36" y="119"/>
                </a:cubicBezTo>
                <a:lnTo>
                  <a:pt x="17" y="119"/>
                </a:lnTo>
                <a:cubicBezTo>
                  <a:pt x="2955" y="8498"/>
                  <a:pt x="5989" y="16839"/>
                  <a:pt x="9135" y="25123"/>
                </a:cubicBezTo>
                <a:cubicBezTo>
                  <a:pt x="9894" y="27152"/>
                  <a:pt x="10671" y="29180"/>
                  <a:pt x="11467" y="31208"/>
                </a:cubicBezTo>
                <a:cubicBezTo>
                  <a:pt x="12168" y="33028"/>
                  <a:pt x="12794" y="34905"/>
                  <a:pt x="13647" y="36649"/>
                </a:cubicBezTo>
                <a:cubicBezTo>
                  <a:pt x="14292" y="37976"/>
                  <a:pt x="15221" y="39246"/>
                  <a:pt x="16623" y="39796"/>
                </a:cubicBezTo>
                <a:cubicBezTo>
                  <a:pt x="17283" y="40054"/>
                  <a:pt x="17979" y="40142"/>
                  <a:pt x="18690" y="40142"/>
                </a:cubicBezTo>
                <a:cubicBezTo>
                  <a:pt x="19959" y="40142"/>
                  <a:pt x="21272" y="39862"/>
                  <a:pt x="22500" y="39777"/>
                </a:cubicBezTo>
                <a:cubicBezTo>
                  <a:pt x="23246" y="39726"/>
                  <a:pt x="23995" y="39701"/>
                  <a:pt x="24747" y="39701"/>
                </a:cubicBezTo>
                <a:cubicBezTo>
                  <a:pt x="26249" y="39701"/>
                  <a:pt x="27757" y="39802"/>
                  <a:pt x="29249" y="40004"/>
                </a:cubicBezTo>
                <a:cubicBezTo>
                  <a:pt x="31106" y="40270"/>
                  <a:pt x="33021" y="40668"/>
                  <a:pt x="34727" y="41502"/>
                </a:cubicBezTo>
                <a:cubicBezTo>
                  <a:pt x="36433" y="42317"/>
                  <a:pt x="37836" y="43682"/>
                  <a:pt x="38708" y="45350"/>
                </a:cubicBezTo>
                <a:cubicBezTo>
                  <a:pt x="39580" y="46981"/>
                  <a:pt x="40054" y="48782"/>
                  <a:pt x="40471" y="50545"/>
                </a:cubicBezTo>
                <a:cubicBezTo>
                  <a:pt x="42179" y="57664"/>
                  <a:pt x="43282" y="64918"/>
                  <a:pt x="43803" y="72216"/>
                </a:cubicBezTo>
                <a:lnTo>
                  <a:pt x="43803" y="72216"/>
                </a:lnTo>
                <a:cubicBezTo>
                  <a:pt x="43494" y="72599"/>
                  <a:pt x="43186" y="72983"/>
                  <a:pt x="42879" y="73369"/>
                </a:cubicBezTo>
                <a:cubicBezTo>
                  <a:pt x="40831" y="75966"/>
                  <a:pt x="38822" y="78601"/>
                  <a:pt x="37021" y="81387"/>
                </a:cubicBezTo>
                <a:cubicBezTo>
                  <a:pt x="35277" y="84098"/>
                  <a:pt x="33571" y="87018"/>
                  <a:pt x="32471" y="90070"/>
                </a:cubicBezTo>
                <a:cubicBezTo>
                  <a:pt x="31997" y="91359"/>
                  <a:pt x="31770" y="93198"/>
                  <a:pt x="33154" y="94013"/>
                </a:cubicBezTo>
                <a:cubicBezTo>
                  <a:pt x="33534" y="94235"/>
                  <a:pt x="33946" y="94326"/>
                  <a:pt x="34367" y="94326"/>
                </a:cubicBezTo>
                <a:cubicBezTo>
                  <a:pt x="35456" y="94326"/>
                  <a:pt x="36609" y="93717"/>
                  <a:pt x="37457" y="93198"/>
                </a:cubicBezTo>
                <a:cubicBezTo>
                  <a:pt x="37514" y="93160"/>
                  <a:pt x="37533" y="93103"/>
                  <a:pt x="37514" y="93046"/>
                </a:cubicBezTo>
                <a:cubicBezTo>
                  <a:pt x="36725" y="90076"/>
                  <a:pt x="36309" y="87016"/>
                  <a:pt x="36300" y="83937"/>
                </a:cubicBezTo>
                <a:lnTo>
                  <a:pt x="36300" y="83937"/>
                </a:lnTo>
                <a:cubicBezTo>
                  <a:pt x="38208" y="86250"/>
                  <a:pt x="37579" y="89653"/>
                  <a:pt x="38348" y="92383"/>
                </a:cubicBezTo>
                <a:cubicBezTo>
                  <a:pt x="38500" y="93065"/>
                  <a:pt x="38803" y="93710"/>
                  <a:pt x="39201" y="94297"/>
                </a:cubicBezTo>
                <a:cubicBezTo>
                  <a:pt x="39289" y="94413"/>
                  <a:pt x="39407" y="94460"/>
                  <a:pt x="39532" y="94460"/>
                </a:cubicBezTo>
                <a:cubicBezTo>
                  <a:pt x="39756" y="94460"/>
                  <a:pt x="40003" y="94309"/>
                  <a:pt x="40149" y="94127"/>
                </a:cubicBezTo>
                <a:cubicBezTo>
                  <a:pt x="40490" y="93728"/>
                  <a:pt x="40566" y="93103"/>
                  <a:pt x="40547" y="92591"/>
                </a:cubicBezTo>
                <a:cubicBezTo>
                  <a:pt x="40509" y="91681"/>
                  <a:pt x="40244" y="90752"/>
                  <a:pt x="40092" y="89861"/>
                </a:cubicBezTo>
                <a:cubicBezTo>
                  <a:pt x="39670" y="87551"/>
                  <a:pt x="39266" y="85241"/>
                  <a:pt x="38846" y="82914"/>
                </a:cubicBezTo>
                <a:lnTo>
                  <a:pt x="38846" y="82914"/>
                </a:lnTo>
                <a:cubicBezTo>
                  <a:pt x="40217" y="83575"/>
                  <a:pt x="40753" y="85091"/>
                  <a:pt x="41116" y="86487"/>
                </a:cubicBezTo>
                <a:cubicBezTo>
                  <a:pt x="41305" y="87245"/>
                  <a:pt x="41438" y="88022"/>
                  <a:pt x="41628" y="88781"/>
                </a:cubicBezTo>
                <a:cubicBezTo>
                  <a:pt x="41760" y="89349"/>
                  <a:pt x="41874" y="90146"/>
                  <a:pt x="42443" y="90468"/>
                </a:cubicBezTo>
                <a:cubicBezTo>
                  <a:pt x="42589" y="90550"/>
                  <a:pt x="42735" y="90587"/>
                  <a:pt x="42876" y="90587"/>
                </a:cubicBezTo>
                <a:cubicBezTo>
                  <a:pt x="43193" y="90587"/>
                  <a:pt x="43484" y="90402"/>
                  <a:pt x="43694" y="90127"/>
                </a:cubicBezTo>
                <a:cubicBezTo>
                  <a:pt x="44168" y="89539"/>
                  <a:pt x="44225" y="88781"/>
                  <a:pt x="44263" y="88060"/>
                </a:cubicBezTo>
                <a:cubicBezTo>
                  <a:pt x="44376" y="85842"/>
                  <a:pt x="44433" y="83624"/>
                  <a:pt x="44433" y="81425"/>
                </a:cubicBezTo>
                <a:cubicBezTo>
                  <a:pt x="44433" y="78462"/>
                  <a:pt x="44333" y="75502"/>
                  <a:pt x="44134" y="72549"/>
                </a:cubicBezTo>
                <a:lnTo>
                  <a:pt x="44134" y="72549"/>
                </a:lnTo>
                <a:cubicBezTo>
                  <a:pt x="45525" y="70831"/>
                  <a:pt x="46934" y="69129"/>
                  <a:pt x="48319" y="67416"/>
                </a:cubicBezTo>
                <a:cubicBezTo>
                  <a:pt x="50916" y="64213"/>
                  <a:pt x="53457" y="60952"/>
                  <a:pt x="55694" y="57464"/>
                </a:cubicBezTo>
                <a:cubicBezTo>
                  <a:pt x="55812" y="57293"/>
                  <a:pt x="55657" y="57122"/>
                  <a:pt x="55493" y="57122"/>
                </a:cubicBezTo>
                <a:cubicBezTo>
                  <a:pt x="55421" y="57122"/>
                  <a:pt x="55348" y="57155"/>
                  <a:pt x="55295" y="57236"/>
                </a:cubicBezTo>
                <a:cubicBezTo>
                  <a:pt x="51966" y="62402"/>
                  <a:pt x="47953" y="67087"/>
                  <a:pt x="44086" y="71866"/>
                </a:cubicBezTo>
                <a:lnTo>
                  <a:pt x="44086" y="71866"/>
                </a:lnTo>
                <a:cubicBezTo>
                  <a:pt x="43682" y="66321"/>
                  <a:pt x="42926" y="60806"/>
                  <a:pt x="41817" y="55360"/>
                </a:cubicBezTo>
                <a:cubicBezTo>
                  <a:pt x="41400" y="53255"/>
                  <a:pt x="40945" y="51132"/>
                  <a:pt x="40376" y="49066"/>
                </a:cubicBezTo>
                <a:cubicBezTo>
                  <a:pt x="39921" y="47379"/>
                  <a:pt x="39315" y="45673"/>
                  <a:pt x="38310" y="44213"/>
                </a:cubicBezTo>
                <a:cubicBezTo>
                  <a:pt x="36130" y="41104"/>
                  <a:pt x="32301" y="40175"/>
                  <a:pt x="28737" y="39739"/>
                </a:cubicBezTo>
                <a:cubicBezTo>
                  <a:pt x="27406" y="39567"/>
                  <a:pt x="26076" y="39485"/>
                  <a:pt x="24745" y="39485"/>
                </a:cubicBezTo>
                <a:cubicBezTo>
                  <a:pt x="23877" y="39485"/>
                  <a:pt x="23008" y="39520"/>
                  <a:pt x="22140" y="39587"/>
                </a:cubicBezTo>
                <a:cubicBezTo>
                  <a:pt x="21041" y="39680"/>
                  <a:pt x="19854" y="39911"/>
                  <a:pt x="18707" y="39911"/>
                </a:cubicBezTo>
                <a:cubicBezTo>
                  <a:pt x="17736" y="39911"/>
                  <a:pt x="16794" y="39745"/>
                  <a:pt x="15960" y="39189"/>
                </a:cubicBezTo>
                <a:cubicBezTo>
                  <a:pt x="14519" y="38204"/>
                  <a:pt x="13780" y="36479"/>
                  <a:pt x="13173" y="34924"/>
                </a:cubicBezTo>
                <a:cubicBezTo>
                  <a:pt x="12339" y="32820"/>
                  <a:pt x="11543" y="30735"/>
                  <a:pt x="10728" y="28630"/>
                </a:cubicBezTo>
                <a:cubicBezTo>
                  <a:pt x="7505" y="20194"/>
                  <a:pt x="4377" y="11721"/>
                  <a:pt x="1344" y="3228"/>
                </a:cubicBezTo>
                <a:cubicBezTo>
                  <a:pt x="965" y="2166"/>
                  <a:pt x="586" y="1124"/>
                  <a:pt x="226" y="62"/>
                </a:cubicBezTo>
                <a:cubicBezTo>
                  <a:pt x="204" y="19"/>
                  <a:pt x="163" y="0"/>
                  <a:pt x="124" y="0"/>
                </a:cubicBezTo>
                <a:close/>
              </a:path>
            </a:pathLst>
          </a:custGeom>
          <a:solidFill>
            <a:srgbClr val="1C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5">
    <p:spTree>
      <p:nvGrpSpPr>
        <p:cNvPr id="1" name="Shape 1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0" name="Google Shape;1840;p31"/>
          <p:cNvPicPr preferRelativeResize="0"/>
          <p:nvPr/>
        </p:nvPicPr>
        <p:blipFill>
          <a:blip r:embed="rId2">
            <a:alphaModFix amt="76000"/>
          </a:blip>
          <a:stretch>
            <a:fillRect/>
          </a:stretch>
        </p:blipFill>
        <p:spPr>
          <a:xfrm rot="2453973">
            <a:off x="1248590" y="2532214"/>
            <a:ext cx="4232748" cy="157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1" name="Google Shape;1841;p31"/>
          <p:cNvPicPr preferRelativeResize="0"/>
          <p:nvPr/>
        </p:nvPicPr>
        <p:blipFill>
          <a:blip r:embed="rId2">
            <a:alphaModFix amt="76000"/>
          </a:blip>
          <a:stretch>
            <a:fillRect/>
          </a:stretch>
        </p:blipFill>
        <p:spPr>
          <a:xfrm rot="2453973">
            <a:off x="-1738310" y="4081814"/>
            <a:ext cx="4232748" cy="157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2" name="Google Shape;1842;p31"/>
          <p:cNvPicPr preferRelativeResize="0"/>
          <p:nvPr/>
        </p:nvPicPr>
        <p:blipFill>
          <a:blip r:embed="rId3">
            <a:alphaModFix amt="76000"/>
          </a:blip>
          <a:stretch>
            <a:fillRect/>
          </a:stretch>
        </p:blipFill>
        <p:spPr>
          <a:xfrm rot="2453973">
            <a:off x="6716115" y="-248136"/>
            <a:ext cx="4232748" cy="157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3" name="Google Shape;1843;p31"/>
          <p:cNvPicPr preferRelativeResize="0"/>
          <p:nvPr/>
        </p:nvPicPr>
        <p:blipFill>
          <a:blip r:embed="rId4">
            <a:alphaModFix amt="47000"/>
          </a:blip>
          <a:stretch>
            <a:fillRect/>
          </a:stretch>
        </p:blipFill>
        <p:spPr>
          <a:xfrm rot="10800000">
            <a:off x="1630988" y="143888"/>
            <a:ext cx="5882026" cy="48557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44" name="Google Shape;1844;p31"/>
          <p:cNvGrpSpPr/>
          <p:nvPr/>
        </p:nvGrpSpPr>
        <p:grpSpPr>
          <a:xfrm rot="-2700000">
            <a:off x="167955" y="3080962"/>
            <a:ext cx="1344349" cy="2469678"/>
            <a:chOff x="272875" y="1419395"/>
            <a:chExt cx="255950" cy="563168"/>
          </a:xfrm>
        </p:grpSpPr>
        <p:sp>
          <p:nvSpPr>
            <p:cNvPr id="1845" name="Google Shape;1845;p31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6" name="Google Shape;1846;p31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7" name="Google Shape;1847;p31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8" name="Google Shape;1848;p31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9" name="Google Shape;1849;p31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0" name="Google Shape;1850;p31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1" name="Google Shape;1851;p31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2" name="Google Shape;1852;p31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3" name="Google Shape;1853;p31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4" name="Google Shape;1854;p31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5" name="Google Shape;1855;p31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6" name="Google Shape;1856;p31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7" name="Google Shape;1857;p31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8" name="Google Shape;1858;p31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9" name="Google Shape;1859;p31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0" name="Google Shape;1860;p31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1" name="Google Shape;1861;p31"/>
            <p:cNvSpPr/>
            <p:nvPr/>
          </p:nvSpPr>
          <p:spPr>
            <a:xfrm>
              <a:off x="369050" y="1615955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2" name="Google Shape;1862;p31"/>
            <p:cNvSpPr/>
            <p:nvPr/>
          </p:nvSpPr>
          <p:spPr>
            <a:xfrm>
              <a:off x="490635" y="1582215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3" name="Google Shape;1863;p31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4" name="Google Shape;1864;p31"/>
            <p:cNvSpPr/>
            <p:nvPr/>
          </p:nvSpPr>
          <p:spPr>
            <a:xfrm>
              <a:off x="438343" y="1487068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5" name="Google Shape;1865;p31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6" name="Google Shape;1866;p31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7" name="Google Shape;1867;p31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8" name="Google Shape;1868;p31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9" name="Google Shape;1869;p31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0" name="Google Shape;1870;p31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1" name="Google Shape;1871;p31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2" name="Google Shape;1872;p31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3" name="Google Shape;1873;p31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4" name="Google Shape;1874;p31"/>
            <p:cNvSpPr/>
            <p:nvPr/>
          </p:nvSpPr>
          <p:spPr>
            <a:xfrm>
              <a:off x="360075" y="195388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5" name="Google Shape;1875;p31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6" name="Google Shape;1876;p31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7" name="Google Shape;1877;p31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8" name="Google Shape;1878;p31"/>
            <p:cNvSpPr/>
            <p:nvPr/>
          </p:nvSpPr>
          <p:spPr>
            <a:xfrm>
              <a:off x="394558" y="1560904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9" name="Google Shape;1879;p31"/>
            <p:cNvSpPr/>
            <p:nvPr/>
          </p:nvSpPr>
          <p:spPr>
            <a:xfrm>
              <a:off x="418850" y="1419395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880" name="Google Shape;1880;p31"/>
          <p:cNvGrpSpPr/>
          <p:nvPr/>
        </p:nvGrpSpPr>
        <p:grpSpPr>
          <a:xfrm rot="-2700000">
            <a:off x="8026513" y="-183341"/>
            <a:ext cx="1344349" cy="1995327"/>
            <a:chOff x="272875" y="1527563"/>
            <a:chExt cx="255950" cy="455000"/>
          </a:xfrm>
        </p:grpSpPr>
        <p:sp>
          <p:nvSpPr>
            <p:cNvPr id="1881" name="Google Shape;1881;p31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2" name="Google Shape;1882;p31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3" name="Google Shape;1883;p31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4" name="Google Shape;1884;p31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5" name="Google Shape;1885;p31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6" name="Google Shape;1886;p31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7" name="Google Shape;1887;p31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8" name="Google Shape;1888;p31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9" name="Google Shape;1889;p31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0" name="Google Shape;1890;p31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1" name="Google Shape;1891;p31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2" name="Google Shape;1892;p31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3" name="Google Shape;1893;p31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4" name="Google Shape;1894;p31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5" name="Google Shape;1895;p31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6" name="Google Shape;1896;p31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7" name="Google Shape;1897;p31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8" name="Google Shape;1898;p31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9" name="Google Shape;1899;p31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0" name="Google Shape;1900;p31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1" name="Google Shape;1901;p31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2" name="Google Shape;1902;p31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3" name="Google Shape;1903;p31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4" name="Google Shape;1904;p31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5" name="Google Shape;1905;p31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6" name="Google Shape;1906;p31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7" name="Google Shape;1907;p31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8" name="Google Shape;1908;p31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9" name="Google Shape;1909;p31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0" name="Google Shape;1910;p31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1" name="Google Shape;1911;p31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2" name="Google Shape;1912;p31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3" name="Google Shape;1913;p31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4" name="Google Shape;1914;p31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5" name="Google Shape;1915;p31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916" name="Google Shape;1916;p31"/>
          <p:cNvSpPr/>
          <p:nvPr/>
        </p:nvSpPr>
        <p:spPr>
          <a:xfrm>
            <a:off x="5570568" y="-2413037"/>
            <a:ext cx="4624024" cy="7256966"/>
          </a:xfrm>
          <a:custGeom>
            <a:avLst/>
            <a:gdLst/>
            <a:ahLst/>
            <a:cxnLst/>
            <a:rect l="l" t="t" r="r" b="b"/>
            <a:pathLst>
              <a:path w="55812" h="94461" extrusionOk="0">
                <a:moveTo>
                  <a:pt x="36054" y="83719"/>
                </a:moveTo>
                <a:cubicBezTo>
                  <a:pt x="36059" y="85810"/>
                  <a:pt x="36230" y="87883"/>
                  <a:pt x="36585" y="89937"/>
                </a:cubicBezTo>
                <a:cubicBezTo>
                  <a:pt x="36680" y="90449"/>
                  <a:pt x="36775" y="90942"/>
                  <a:pt x="36888" y="91454"/>
                </a:cubicBezTo>
                <a:cubicBezTo>
                  <a:pt x="36926" y="91719"/>
                  <a:pt x="37002" y="91984"/>
                  <a:pt x="37059" y="92250"/>
                </a:cubicBezTo>
                <a:cubicBezTo>
                  <a:pt x="37097" y="92439"/>
                  <a:pt x="37305" y="92856"/>
                  <a:pt x="37211" y="93046"/>
                </a:cubicBezTo>
                <a:cubicBezTo>
                  <a:pt x="37154" y="93160"/>
                  <a:pt x="36831" y="93255"/>
                  <a:pt x="36718" y="93311"/>
                </a:cubicBezTo>
                <a:cubicBezTo>
                  <a:pt x="36509" y="93425"/>
                  <a:pt x="36282" y="93539"/>
                  <a:pt x="36035" y="93634"/>
                </a:cubicBezTo>
                <a:cubicBezTo>
                  <a:pt x="35599" y="93804"/>
                  <a:pt x="35144" y="93937"/>
                  <a:pt x="34689" y="93994"/>
                </a:cubicBezTo>
                <a:cubicBezTo>
                  <a:pt x="34597" y="94004"/>
                  <a:pt x="34505" y="94009"/>
                  <a:pt x="34414" y="94009"/>
                </a:cubicBezTo>
                <a:cubicBezTo>
                  <a:pt x="33623" y="94009"/>
                  <a:pt x="32889" y="93638"/>
                  <a:pt x="32566" y="92856"/>
                </a:cubicBezTo>
                <a:cubicBezTo>
                  <a:pt x="32244" y="92041"/>
                  <a:pt x="32471" y="91093"/>
                  <a:pt x="32756" y="90297"/>
                </a:cubicBezTo>
                <a:cubicBezTo>
                  <a:pt x="33362" y="88572"/>
                  <a:pt x="34234" y="86923"/>
                  <a:pt x="35125" y="85331"/>
                </a:cubicBezTo>
                <a:cubicBezTo>
                  <a:pt x="35426" y="84788"/>
                  <a:pt x="35736" y="84251"/>
                  <a:pt x="36054" y="83719"/>
                </a:cubicBezTo>
                <a:close/>
                <a:moveTo>
                  <a:pt x="43850" y="72899"/>
                </a:moveTo>
                <a:cubicBezTo>
                  <a:pt x="43926" y="74041"/>
                  <a:pt x="43988" y="75183"/>
                  <a:pt x="44035" y="76326"/>
                </a:cubicBezTo>
                <a:cubicBezTo>
                  <a:pt x="44111" y="78487"/>
                  <a:pt x="44149" y="80629"/>
                  <a:pt x="44130" y="82790"/>
                </a:cubicBezTo>
                <a:cubicBezTo>
                  <a:pt x="44111" y="83871"/>
                  <a:pt x="44092" y="84970"/>
                  <a:pt x="44054" y="86051"/>
                </a:cubicBezTo>
                <a:cubicBezTo>
                  <a:pt x="44016" y="87037"/>
                  <a:pt x="44092" y="88117"/>
                  <a:pt x="43864" y="89065"/>
                </a:cubicBezTo>
                <a:cubicBezTo>
                  <a:pt x="43789" y="89463"/>
                  <a:pt x="43599" y="89823"/>
                  <a:pt x="43334" y="90127"/>
                </a:cubicBezTo>
                <a:cubicBezTo>
                  <a:pt x="43194" y="90249"/>
                  <a:pt x="43052" y="90301"/>
                  <a:pt x="42914" y="90301"/>
                </a:cubicBezTo>
                <a:cubicBezTo>
                  <a:pt x="42585" y="90301"/>
                  <a:pt x="42287" y="90001"/>
                  <a:pt x="42139" y="89653"/>
                </a:cubicBezTo>
                <a:cubicBezTo>
                  <a:pt x="41874" y="88970"/>
                  <a:pt x="41760" y="88193"/>
                  <a:pt x="41609" y="87473"/>
                </a:cubicBezTo>
                <a:cubicBezTo>
                  <a:pt x="41324" y="86165"/>
                  <a:pt x="41021" y="84724"/>
                  <a:pt x="40149" y="83643"/>
                </a:cubicBezTo>
                <a:cubicBezTo>
                  <a:pt x="39770" y="83169"/>
                  <a:pt x="39277" y="82809"/>
                  <a:pt x="38708" y="82582"/>
                </a:cubicBezTo>
                <a:cubicBezTo>
                  <a:pt x="38695" y="82577"/>
                  <a:pt x="38683" y="82574"/>
                  <a:pt x="38671" y="82574"/>
                </a:cubicBezTo>
                <a:cubicBezTo>
                  <a:pt x="38594" y="82574"/>
                  <a:pt x="38540" y="82668"/>
                  <a:pt x="38557" y="82733"/>
                </a:cubicBezTo>
                <a:cubicBezTo>
                  <a:pt x="38917" y="84667"/>
                  <a:pt x="39277" y="86601"/>
                  <a:pt x="39618" y="88534"/>
                </a:cubicBezTo>
                <a:lnTo>
                  <a:pt x="40149" y="91397"/>
                </a:lnTo>
                <a:cubicBezTo>
                  <a:pt x="40263" y="92136"/>
                  <a:pt x="40452" y="92875"/>
                  <a:pt x="40187" y="93596"/>
                </a:cubicBezTo>
                <a:cubicBezTo>
                  <a:pt x="40092" y="93861"/>
                  <a:pt x="39921" y="94183"/>
                  <a:pt x="39618" y="94240"/>
                </a:cubicBezTo>
                <a:cubicBezTo>
                  <a:pt x="39604" y="94243"/>
                  <a:pt x="39590" y="94244"/>
                  <a:pt x="39576" y="94244"/>
                </a:cubicBezTo>
                <a:cubicBezTo>
                  <a:pt x="39294" y="94244"/>
                  <a:pt x="39081" y="93717"/>
                  <a:pt x="38955" y="93482"/>
                </a:cubicBezTo>
                <a:cubicBezTo>
                  <a:pt x="38670" y="92856"/>
                  <a:pt x="38462" y="92193"/>
                  <a:pt x="38348" y="91511"/>
                </a:cubicBezTo>
                <a:cubicBezTo>
                  <a:pt x="38083" y="90146"/>
                  <a:pt x="38045" y="88762"/>
                  <a:pt x="37855" y="87397"/>
                </a:cubicBezTo>
                <a:cubicBezTo>
                  <a:pt x="37647" y="85994"/>
                  <a:pt x="37230" y="84610"/>
                  <a:pt x="36244" y="83549"/>
                </a:cubicBezTo>
                <a:cubicBezTo>
                  <a:pt x="36227" y="83526"/>
                  <a:pt x="36203" y="83515"/>
                  <a:pt x="36178" y="83514"/>
                </a:cubicBezTo>
                <a:lnTo>
                  <a:pt x="36178" y="83514"/>
                </a:lnTo>
                <a:cubicBezTo>
                  <a:pt x="38436" y="79777"/>
                  <a:pt x="41102" y="76305"/>
                  <a:pt x="43850" y="72899"/>
                </a:cubicBezTo>
                <a:close/>
                <a:moveTo>
                  <a:pt x="124" y="0"/>
                </a:moveTo>
                <a:cubicBezTo>
                  <a:pt x="60" y="0"/>
                  <a:pt x="1" y="49"/>
                  <a:pt x="36" y="119"/>
                </a:cubicBezTo>
                <a:lnTo>
                  <a:pt x="17" y="119"/>
                </a:lnTo>
                <a:cubicBezTo>
                  <a:pt x="2955" y="8498"/>
                  <a:pt x="5989" y="16839"/>
                  <a:pt x="9135" y="25123"/>
                </a:cubicBezTo>
                <a:cubicBezTo>
                  <a:pt x="9894" y="27152"/>
                  <a:pt x="10671" y="29180"/>
                  <a:pt x="11467" y="31208"/>
                </a:cubicBezTo>
                <a:cubicBezTo>
                  <a:pt x="12168" y="33028"/>
                  <a:pt x="12794" y="34905"/>
                  <a:pt x="13647" y="36649"/>
                </a:cubicBezTo>
                <a:cubicBezTo>
                  <a:pt x="14292" y="37976"/>
                  <a:pt x="15221" y="39246"/>
                  <a:pt x="16623" y="39796"/>
                </a:cubicBezTo>
                <a:cubicBezTo>
                  <a:pt x="17283" y="40054"/>
                  <a:pt x="17979" y="40142"/>
                  <a:pt x="18690" y="40142"/>
                </a:cubicBezTo>
                <a:cubicBezTo>
                  <a:pt x="19959" y="40142"/>
                  <a:pt x="21272" y="39862"/>
                  <a:pt x="22500" y="39777"/>
                </a:cubicBezTo>
                <a:cubicBezTo>
                  <a:pt x="23246" y="39726"/>
                  <a:pt x="23995" y="39701"/>
                  <a:pt x="24747" y="39701"/>
                </a:cubicBezTo>
                <a:cubicBezTo>
                  <a:pt x="26249" y="39701"/>
                  <a:pt x="27757" y="39802"/>
                  <a:pt x="29249" y="40004"/>
                </a:cubicBezTo>
                <a:cubicBezTo>
                  <a:pt x="31106" y="40270"/>
                  <a:pt x="33021" y="40668"/>
                  <a:pt x="34727" y="41502"/>
                </a:cubicBezTo>
                <a:cubicBezTo>
                  <a:pt x="36433" y="42317"/>
                  <a:pt x="37836" y="43682"/>
                  <a:pt x="38708" y="45350"/>
                </a:cubicBezTo>
                <a:cubicBezTo>
                  <a:pt x="39580" y="46981"/>
                  <a:pt x="40054" y="48782"/>
                  <a:pt x="40471" y="50545"/>
                </a:cubicBezTo>
                <a:cubicBezTo>
                  <a:pt x="42179" y="57664"/>
                  <a:pt x="43282" y="64918"/>
                  <a:pt x="43803" y="72216"/>
                </a:cubicBezTo>
                <a:lnTo>
                  <a:pt x="43803" y="72216"/>
                </a:lnTo>
                <a:cubicBezTo>
                  <a:pt x="43494" y="72599"/>
                  <a:pt x="43186" y="72983"/>
                  <a:pt x="42879" y="73369"/>
                </a:cubicBezTo>
                <a:cubicBezTo>
                  <a:pt x="40831" y="75966"/>
                  <a:pt x="38822" y="78601"/>
                  <a:pt x="37021" y="81387"/>
                </a:cubicBezTo>
                <a:cubicBezTo>
                  <a:pt x="35277" y="84098"/>
                  <a:pt x="33571" y="87018"/>
                  <a:pt x="32471" y="90070"/>
                </a:cubicBezTo>
                <a:cubicBezTo>
                  <a:pt x="31997" y="91359"/>
                  <a:pt x="31770" y="93198"/>
                  <a:pt x="33154" y="94013"/>
                </a:cubicBezTo>
                <a:cubicBezTo>
                  <a:pt x="33534" y="94235"/>
                  <a:pt x="33946" y="94326"/>
                  <a:pt x="34367" y="94326"/>
                </a:cubicBezTo>
                <a:cubicBezTo>
                  <a:pt x="35456" y="94326"/>
                  <a:pt x="36609" y="93717"/>
                  <a:pt x="37457" y="93198"/>
                </a:cubicBezTo>
                <a:cubicBezTo>
                  <a:pt x="37514" y="93160"/>
                  <a:pt x="37533" y="93103"/>
                  <a:pt x="37514" y="93046"/>
                </a:cubicBezTo>
                <a:cubicBezTo>
                  <a:pt x="36725" y="90076"/>
                  <a:pt x="36309" y="87016"/>
                  <a:pt x="36300" y="83937"/>
                </a:cubicBezTo>
                <a:lnTo>
                  <a:pt x="36300" y="83937"/>
                </a:lnTo>
                <a:cubicBezTo>
                  <a:pt x="38208" y="86250"/>
                  <a:pt x="37579" y="89653"/>
                  <a:pt x="38348" y="92383"/>
                </a:cubicBezTo>
                <a:cubicBezTo>
                  <a:pt x="38500" y="93065"/>
                  <a:pt x="38803" y="93710"/>
                  <a:pt x="39201" y="94297"/>
                </a:cubicBezTo>
                <a:cubicBezTo>
                  <a:pt x="39289" y="94413"/>
                  <a:pt x="39407" y="94460"/>
                  <a:pt x="39532" y="94460"/>
                </a:cubicBezTo>
                <a:cubicBezTo>
                  <a:pt x="39756" y="94460"/>
                  <a:pt x="40003" y="94309"/>
                  <a:pt x="40149" y="94127"/>
                </a:cubicBezTo>
                <a:cubicBezTo>
                  <a:pt x="40490" y="93728"/>
                  <a:pt x="40566" y="93103"/>
                  <a:pt x="40547" y="92591"/>
                </a:cubicBezTo>
                <a:cubicBezTo>
                  <a:pt x="40509" y="91681"/>
                  <a:pt x="40244" y="90752"/>
                  <a:pt x="40092" y="89861"/>
                </a:cubicBezTo>
                <a:cubicBezTo>
                  <a:pt x="39670" y="87551"/>
                  <a:pt x="39266" y="85241"/>
                  <a:pt x="38846" y="82914"/>
                </a:cubicBezTo>
                <a:lnTo>
                  <a:pt x="38846" y="82914"/>
                </a:lnTo>
                <a:cubicBezTo>
                  <a:pt x="40217" y="83575"/>
                  <a:pt x="40753" y="85091"/>
                  <a:pt x="41116" y="86487"/>
                </a:cubicBezTo>
                <a:cubicBezTo>
                  <a:pt x="41305" y="87245"/>
                  <a:pt x="41438" y="88022"/>
                  <a:pt x="41628" y="88781"/>
                </a:cubicBezTo>
                <a:cubicBezTo>
                  <a:pt x="41760" y="89349"/>
                  <a:pt x="41874" y="90146"/>
                  <a:pt x="42443" y="90468"/>
                </a:cubicBezTo>
                <a:cubicBezTo>
                  <a:pt x="42589" y="90550"/>
                  <a:pt x="42735" y="90587"/>
                  <a:pt x="42876" y="90587"/>
                </a:cubicBezTo>
                <a:cubicBezTo>
                  <a:pt x="43193" y="90587"/>
                  <a:pt x="43484" y="90402"/>
                  <a:pt x="43694" y="90127"/>
                </a:cubicBezTo>
                <a:cubicBezTo>
                  <a:pt x="44168" y="89539"/>
                  <a:pt x="44225" y="88781"/>
                  <a:pt x="44263" y="88060"/>
                </a:cubicBezTo>
                <a:cubicBezTo>
                  <a:pt x="44376" y="85842"/>
                  <a:pt x="44433" y="83624"/>
                  <a:pt x="44433" y="81425"/>
                </a:cubicBezTo>
                <a:cubicBezTo>
                  <a:pt x="44433" y="78462"/>
                  <a:pt x="44333" y="75502"/>
                  <a:pt x="44134" y="72549"/>
                </a:cubicBezTo>
                <a:lnTo>
                  <a:pt x="44134" y="72549"/>
                </a:lnTo>
                <a:cubicBezTo>
                  <a:pt x="45525" y="70831"/>
                  <a:pt x="46934" y="69129"/>
                  <a:pt x="48319" y="67416"/>
                </a:cubicBezTo>
                <a:cubicBezTo>
                  <a:pt x="50916" y="64213"/>
                  <a:pt x="53457" y="60952"/>
                  <a:pt x="55694" y="57464"/>
                </a:cubicBezTo>
                <a:cubicBezTo>
                  <a:pt x="55812" y="57293"/>
                  <a:pt x="55657" y="57122"/>
                  <a:pt x="55493" y="57122"/>
                </a:cubicBezTo>
                <a:cubicBezTo>
                  <a:pt x="55421" y="57122"/>
                  <a:pt x="55348" y="57155"/>
                  <a:pt x="55295" y="57236"/>
                </a:cubicBezTo>
                <a:cubicBezTo>
                  <a:pt x="51966" y="62402"/>
                  <a:pt x="47953" y="67087"/>
                  <a:pt x="44086" y="71866"/>
                </a:cubicBezTo>
                <a:lnTo>
                  <a:pt x="44086" y="71866"/>
                </a:lnTo>
                <a:cubicBezTo>
                  <a:pt x="43682" y="66321"/>
                  <a:pt x="42926" y="60806"/>
                  <a:pt x="41817" y="55360"/>
                </a:cubicBezTo>
                <a:cubicBezTo>
                  <a:pt x="41400" y="53255"/>
                  <a:pt x="40945" y="51132"/>
                  <a:pt x="40376" y="49066"/>
                </a:cubicBezTo>
                <a:cubicBezTo>
                  <a:pt x="39921" y="47379"/>
                  <a:pt x="39315" y="45673"/>
                  <a:pt x="38310" y="44213"/>
                </a:cubicBezTo>
                <a:cubicBezTo>
                  <a:pt x="36130" y="41104"/>
                  <a:pt x="32301" y="40175"/>
                  <a:pt x="28737" y="39739"/>
                </a:cubicBezTo>
                <a:cubicBezTo>
                  <a:pt x="27406" y="39567"/>
                  <a:pt x="26076" y="39485"/>
                  <a:pt x="24745" y="39485"/>
                </a:cubicBezTo>
                <a:cubicBezTo>
                  <a:pt x="23877" y="39485"/>
                  <a:pt x="23008" y="39520"/>
                  <a:pt x="22140" y="39587"/>
                </a:cubicBezTo>
                <a:cubicBezTo>
                  <a:pt x="21041" y="39680"/>
                  <a:pt x="19854" y="39911"/>
                  <a:pt x="18707" y="39911"/>
                </a:cubicBezTo>
                <a:cubicBezTo>
                  <a:pt x="17736" y="39911"/>
                  <a:pt x="16794" y="39745"/>
                  <a:pt x="15960" y="39189"/>
                </a:cubicBezTo>
                <a:cubicBezTo>
                  <a:pt x="14519" y="38204"/>
                  <a:pt x="13780" y="36479"/>
                  <a:pt x="13173" y="34924"/>
                </a:cubicBezTo>
                <a:cubicBezTo>
                  <a:pt x="12339" y="32820"/>
                  <a:pt x="11543" y="30735"/>
                  <a:pt x="10728" y="28630"/>
                </a:cubicBezTo>
                <a:cubicBezTo>
                  <a:pt x="7505" y="20194"/>
                  <a:pt x="4377" y="11721"/>
                  <a:pt x="1344" y="3228"/>
                </a:cubicBezTo>
                <a:cubicBezTo>
                  <a:pt x="965" y="2166"/>
                  <a:pt x="586" y="1124"/>
                  <a:pt x="226" y="62"/>
                </a:cubicBezTo>
                <a:cubicBezTo>
                  <a:pt x="204" y="19"/>
                  <a:pt x="163" y="0"/>
                  <a:pt x="124" y="0"/>
                </a:cubicBezTo>
                <a:close/>
              </a:path>
            </a:pathLst>
          </a:custGeom>
          <a:solidFill>
            <a:srgbClr val="1C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5_1">
    <p:spTree>
      <p:nvGrpSpPr>
        <p:cNvPr id="1" name="Shape 1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8" name="Google Shape;1918;p32"/>
          <p:cNvPicPr preferRelativeResize="0"/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 rot="5399990" flipH="1">
            <a:off x="7705516" y="-598319"/>
            <a:ext cx="3297389" cy="22766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19" name="Google Shape;1919;p32"/>
          <p:cNvGrpSpPr/>
          <p:nvPr/>
        </p:nvGrpSpPr>
        <p:grpSpPr>
          <a:xfrm rot="-987768">
            <a:off x="7751817" y="-266278"/>
            <a:ext cx="1344359" cy="1995308"/>
            <a:chOff x="272875" y="1527563"/>
            <a:chExt cx="255950" cy="455000"/>
          </a:xfrm>
        </p:grpSpPr>
        <p:sp>
          <p:nvSpPr>
            <p:cNvPr id="1920" name="Google Shape;1920;p32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1" name="Google Shape;1921;p32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2" name="Google Shape;1922;p32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3" name="Google Shape;1923;p32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4" name="Google Shape;1924;p32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5" name="Google Shape;1925;p32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6" name="Google Shape;1926;p32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7" name="Google Shape;1927;p32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8" name="Google Shape;1928;p32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9" name="Google Shape;1929;p32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0" name="Google Shape;1930;p32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1" name="Google Shape;1931;p32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2" name="Google Shape;1932;p32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3" name="Google Shape;1933;p32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4" name="Google Shape;1934;p32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5" name="Google Shape;1935;p32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6" name="Google Shape;1936;p32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7" name="Google Shape;1937;p32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8" name="Google Shape;1938;p32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9" name="Google Shape;1939;p32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0" name="Google Shape;1940;p32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1" name="Google Shape;1941;p32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2" name="Google Shape;1942;p32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3" name="Google Shape;1943;p32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4" name="Google Shape;1944;p32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5" name="Google Shape;1945;p32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6" name="Google Shape;1946;p32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7" name="Google Shape;1947;p32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8" name="Google Shape;1948;p32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9" name="Google Shape;1949;p32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0" name="Google Shape;1950;p32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1" name="Google Shape;1951;p32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2" name="Google Shape;1952;p32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3" name="Google Shape;1953;p32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4" name="Google Shape;1954;p32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1955" name="Google Shape;1955;p32"/>
          <p:cNvPicPr preferRelativeResize="0"/>
          <p:nvPr/>
        </p:nvPicPr>
        <p:blipFill>
          <a:blip r:embed="rId3">
            <a:alphaModFix amt="74000"/>
          </a:blip>
          <a:stretch>
            <a:fillRect/>
          </a:stretch>
        </p:blipFill>
        <p:spPr>
          <a:xfrm rot="-10162003" flipH="1">
            <a:off x="-1091107" y="-1133759"/>
            <a:ext cx="2894871" cy="2593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6" name="Google Shape;1956;p32"/>
          <p:cNvPicPr preferRelativeResize="0"/>
          <p:nvPr/>
        </p:nvPicPr>
        <p:blipFill>
          <a:blip r:embed="rId4">
            <a:alphaModFix amt="76000"/>
          </a:blip>
          <a:stretch>
            <a:fillRect/>
          </a:stretch>
        </p:blipFill>
        <p:spPr>
          <a:xfrm rot="363351">
            <a:off x="802621" y="4291783"/>
            <a:ext cx="7605804" cy="2832383"/>
          </a:xfrm>
          <a:prstGeom prst="rect">
            <a:avLst/>
          </a:prstGeom>
          <a:noFill/>
          <a:ln>
            <a:noFill/>
          </a:ln>
        </p:spPr>
      </p:pic>
      <p:sp>
        <p:nvSpPr>
          <p:cNvPr id="1957" name="Google Shape;1957;p32"/>
          <p:cNvSpPr/>
          <p:nvPr/>
        </p:nvSpPr>
        <p:spPr>
          <a:xfrm rot="9899989">
            <a:off x="-583964" y="4625085"/>
            <a:ext cx="2265015" cy="2165770"/>
          </a:xfrm>
          <a:custGeom>
            <a:avLst/>
            <a:gdLst/>
            <a:ahLst/>
            <a:cxnLst/>
            <a:rect l="l" t="t" r="r" b="b"/>
            <a:pathLst>
              <a:path w="21339" h="20404" extrusionOk="0">
                <a:moveTo>
                  <a:pt x="95" y="0"/>
                </a:moveTo>
                <a:cubicBezTo>
                  <a:pt x="50" y="0"/>
                  <a:pt x="0" y="36"/>
                  <a:pt x="12" y="93"/>
                </a:cubicBezTo>
                <a:cubicBezTo>
                  <a:pt x="485" y="2330"/>
                  <a:pt x="1054" y="4567"/>
                  <a:pt x="1680" y="6766"/>
                </a:cubicBezTo>
                <a:cubicBezTo>
                  <a:pt x="2324" y="8965"/>
                  <a:pt x="3045" y="11126"/>
                  <a:pt x="3822" y="13249"/>
                </a:cubicBezTo>
                <a:cubicBezTo>
                  <a:pt x="4220" y="14330"/>
                  <a:pt x="4618" y="15391"/>
                  <a:pt x="5054" y="16453"/>
                </a:cubicBezTo>
                <a:cubicBezTo>
                  <a:pt x="5225" y="16889"/>
                  <a:pt x="5433" y="17287"/>
                  <a:pt x="5699" y="17666"/>
                </a:cubicBezTo>
                <a:cubicBezTo>
                  <a:pt x="5926" y="17988"/>
                  <a:pt x="6267" y="18216"/>
                  <a:pt x="6646" y="18348"/>
                </a:cubicBezTo>
                <a:cubicBezTo>
                  <a:pt x="6705" y="18361"/>
                  <a:pt x="6764" y="18368"/>
                  <a:pt x="6823" y="18368"/>
                </a:cubicBezTo>
                <a:cubicBezTo>
                  <a:pt x="7107" y="18368"/>
                  <a:pt x="7384" y="18221"/>
                  <a:pt x="7556" y="17969"/>
                </a:cubicBezTo>
                <a:cubicBezTo>
                  <a:pt x="7746" y="17609"/>
                  <a:pt x="7784" y="17173"/>
                  <a:pt x="7708" y="16775"/>
                </a:cubicBezTo>
                <a:cubicBezTo>
                  <a:pt x="7519" y="15770"/>
                  <a:pt x="7253" y="14784"/>
                  <a:pt x="6893" y="13837"/>
                </a:cubicBezTo>
                <a:cubicBezTo>
                  <a:pt x="6248" y="11941"/>
                  <a:pt x="5414" y="9969"/>
                  <a:pt x="5528" y="7922"/>
                </a:cubicBezTo>
                <a:cubicBezTo>
                  <a:pt x="5543" y="7707"/>
                  <a:pt x="5559" y="7504"/>
                  <a:pt x="5594" y="7294"/>
                </a:cubicBezTo>
                <a:lnTo>
                  <a:pt x="5594" y="7294"/>
                </a:lnTo>
                <a:cubicBezTo>
                  <a:pt x="6312" y="7702"/>
                  <a:pt x="6661" y="8502"/>
                  <a:pt x="6893" y="9268"/>
                </a:cubicBezTo>
                <a:cubicBezTo>
                  <a:pt x="7234" y="10349"/>
                  <a:pt x="7519" y="11467"/>
                  <a:pt x="7822" y="12567"/>
                </a:cubicBezTo>
                <a:lnTo>
                  <a:pt x="8789" y="16036"/>
                </a:lnTo>
                <a:cubicBezTo>
                  <a:pt x="8940" y="16604"/>
                  <a:pt x="9111" y="17173"/>
                  <a:pt x="9263" y="17742"/>
                </a:cubicBezTo>
                <a:cubicBezTo>
                  <a:pt x="9376" y="18216"/>
                  <a:pt x="9509" y="18652"/>
                  <a:pt x="9699" y="19107"/>
                </a:cubicBezTo>
                <a:cubicBezTo>
                  <a:pt x="9966" y="19713"/>
                  <a:pt x="10452" y="20404"/>
                  <a:pt x="11172" y="20404"/>
                </a:cubicBezTo>
                <a:cubicBezTo>
                  <a:pt x="11217" y="20404"/>
                  <a:pt x="11263" y="20401"/>
                  <a:pt x="11310" y="20396"/>
                </a:cubicBezTo>
                <a:cubicBezTo>
                  <a:pt x="11708" y="20339"/>
                  <a:pt x="12068" y="20092"/>
                  <a:pt x="12258" y="19732"/>
                </a:cubicBezTo>
                <a:cubicBezTo>
                  <a:pt x="12485" y="19334"/>
                  <a:pt x="12580" y="18860"/>
                  <a:pt x="12504" y="18405"/>
                </a:cubicBezTo>
                <a:cubicBezTo>
                  <a:pt x="12390" y="17855"/>
                  <a:pt x="12239" y="17306"/>
                  <a:pt x="12030" y="16794"/>
                </a:cubicBezTo>
                <a:cubicBezTo>
                  <a:pt x="11841" y="16263"/>
                  <a:pt x="11651" y="15713"/>
                  <a:pt x="11462" y="15183"/>
                </a:cubicBezTo>
                <a:cubicBezTo>
                  <a:pt x="11101" y="14083"/>
                  <a:pt x="10779" y="12965"/>
                  <a:pt x="10457" y="11865"/>
                </a:cubicBezTo>
                <a:cubicBezTo>
                  <a:pt x="10154" y="10766"/>
                  <a:pt x="9869" y="9628"/>
                  <a:pt x="9623" y="8491"/>
                </a:cubicBezTo>
                <a:cubicBezTo>
                  <a:pt x="9414" y="7486"/>
                  <a:pt x="9168" y="6424"/>
                  <a:pt x="9414" y="5420"/>
                </a:cubicBezTo>
                <a:cubicBezTo>
                  <a:pt x="9462" y="5197"/>
                  <a:pt x="9536" y="5002"/>
                  <a:pt x="9626" y="4810"/>
                </a:cubicBezTo>
                <a:lnTo>
                  <a:pt x="9626" y="4810"/>
                </a:lnTo>
                <a:cubicBezTo>
                  <a:pt x="11118" y="5773"/>
                  <a:pt x="11814" y="7472"/>
                  <a:pt x="12239" y="9135"/>
                </a:cubicBezTo>
                <a:cubicBezTo>
                  <a:pt x="12485" y="10026"/>
                  <a:pt x="12637" y="10936"/>
                  <a:pt x="12807" y="11846"/>
                </a:cubicBezTo>
                <a:cubicBezTo>
                  <a:pt x="13035" y="13040"/>
                  <a:pt x="13300" y="14216"/>
                  <a:pt x="13623" y="15391"/>
                </a:cubicBezTo>
                <a:cubicBezTo>
                  <a:pt x="13945" y="16547"/>
                  <a:pt x="14324" y="17723"/>
                  <a:pt x="14741" y="18879"/>
                </a:cubicBezTo>
                <a:cubicBezTo>
                  <a:pt x="14912" y="19315"/>
                  <a:pt x="15063" y="19827"/>
                  <a:pt x="15480" y="20092"/>
                </a:cubicBezTo>
                <a:cubicBezTo>
                  <a:pt x="15595" y="20165"/>
                  <a:pt x="15723" y="20199"/>
                  <a:pt x="15849" y="20199"/>
                </a:cubicBezTo>
                <a:cubicBezTo>
                  <a:pt x="16119" y="20199"/>
                  <a:pt x="16382" y="20042"/>
                  <a:pt x="16485" y="19770"/>
                </a:cubicBezTo>
                <a:cubicBezTo>
                  <a:pt x="16694" y="19334"/>
                  <a:pt x="16675" y="18765"/>
                  <a:pt x="16656" y="18292"/>
                </a:cubicBezTo>
                <a:cubicBezTo>
                  <a:pt x="16637" y="17723"/>
                  <a:pt x="16542" y="17154"/>
                  <a:pt x="16428" y="16585"/>
                </a:cubicBezTo>
                <a:cubicBezTo>
                  <a:pt x="16125" y="15467"/>
                  <a:pt x="15746" y="14348"/>
                  <a:pt x="15291" y="13268"/>
                </a:cubicBezTo>
                <a:cubicBezTo>
                  <a:pt x="14419" y="10993"/>
                  <a:pt x="13793" y="8623"/>
                  <a:pt x="13433" y="6216"/>
                </a:cubicBezTo>
                <a:cubicBezTo>
                  <a:pt x="13360" y="5689"/>
                  <a:pt x="13392" y="4465"/>
                  <a:pt x="14163" y="4465"/>
                </a:cubicBezTo>
                <a:cubicBezTo>
                  <a:pt x="14197" y="4465"/>
                  <a:pt x="14231" y="4467"/>
                  <a:pt x="14267" y="4472"/>
                </a:cubicBezTo>
                <a:cubicBezTo>
                  <a:pt x="14741" y="4548"/>
                  <a:pt x="15025" y="5060"/>
                  <a:pt x="15234" y="5439"/>
                </a:cubicBezTo>
                <a:cubicBezTo>
                  <a:pt x="15499" y="5913"/>
                  <a:pt x="15727" y="6406"/>
                  <a:pt x="15935" y="6898"/>
                </a:cubicBezTo>
                <a:cubicBezTo>
                  <a:pt x="16732" y="8946"/>
                  <a:pt x="17111" y="11107"/>
                  <a:pt x="17452" y="13268"/>
                </a:cubicBezTo>
                <a:cubicBezTo>
                  <a:pt x="17623" y="14348"/>
                  <a:pt x="17793" y="15429"/>
                  <a:pt x="18002" y="16510"/>
                </a:cubicBezTo>
                <a:cubicBezTo>
                  <a:pt x="18096" y="17040"/>
                  <a:pt x="18229" y="17590"/>
                  <a:pt x="18362" y="18121"/>
                </a:cubicBezTo>
                <a:cubicBezTo>
                  <a:pt x="18476" y="18557"/>
                  <a:pt x="18627" y="19031"/>
                  <a:pt x="18968" y="19334"/>
                </a:cubicBezTo>
                <a:cubicBezTo>
                  <a:pt x="19197" y="19533"/>
                  <a:pt x="19456" y="19618"/>
                  <a:pt x="19715" y="19618"/>
                </a:cubicBezTo>
                <a:cubicBezTo>
                  <a:pt x="20273" y="19618"/>
                  <a:pt x="20833" y="19220"/>
                  <a:pt x="21092" y="18690"/>
                </a:cubicBezTo>
                <a:cubicBezTo>
                  <a:pt x="21300" y="18178"/>
                  <a:pt x="21338" y="17628"/>
                  <a:pt x="21205" y="17078"/>
                </a:cubicBezTo>
                <a:cubicBezTo>
                  <a:pt x="21111" y="16472"/>
                  <a:pt x="20902" y="15884"/>
                  <a:pt x="20731" y="15277"/>
                </a:cubicBezTo>
                <a:lnTo>
                  <a:pt x="18684" y="7903"/>
                </a:lnTo>
                <a:cubicBezTo>
                  <a:pt x="18514" y="7315"/>
                  <a:pt x="18362" y="6728"/>
                  <a:pt x="18191" y="6102"/>
                </a:cubicBezTo>
                <a:cubicBezTo>
                  <a:pt x="18162" y="6043"/>
                  <a:pt x="18106" y="6015"/>
                  <a:pt x="18051" y="6015"/>
                </a:cubicBezTo>
                <a:cubicBezTo>
                  <a:pt x="17966" y="6015"/>
                  <a:pt x="17884" y="6082"/>
                  <a:pt x="17907" y="6197"/>
                </a:cubicBezTo>
                <a:cubicBezTo>
                  <a:pt x="18589" y="8623"/>
                  <a:pt x="19253" y="11050"/>
                  <a:pt x="19935" y="13476"/>
                </a:cubicBezTo>
                <a:lnTo>
                  <a:pt x="20428" y="15315"/>
                </a:lnTo>
                <a:cubicBezTo>
                  <a:pt x="20599" y="15903"/>
                  <a:pt x="20788" y="16491"/>
                  <a:pt x="20902" y="17078"/>
                </a:cubicBezTo>
                <a:cubicBezTo>
                  <a:pt x="21016" y="17609"/>
                  <a:pt x="21035" y="18216"/>
                  <a:pt x="20750" y="18690"/>
                </a:cubicBezTo>
                <a:cubicBezTo>
                  <a:pt x="20542" y="19050"/>
                  <a:pt x="20144" y="19296"/>
                  <a:pt x="19727" y="19334"/>
                </a:cubicBezTo>
                <a:cubicBezTo>
                  <a:pt x="19253" y="19334"/>
                  <a:pt x="18950" y="18917"/>
                  <a:pt x="18798" y="18519"/>
                </a:cubicBezTo>
                <a:cubicBezTo>
                  <a:pt x="18627" y="18026"/>
                  <a:pt x="18495" y="17533"/>
                  <a:pt x="18400" y="17040"/>
                </a:cubicBezTo>
                <a:cubicBezTo>
                  <a:pt x="18172" y="15979"/>
                  <a:pt x="17983" y="14898"/>
                  <a:pt x="17812" y="13837"/>
                </a:cubicBezTo>
                <a:cubicBezTo>
                  <a:pt x="17452" y="11713"/>
                  <a:pt x="17130" y="9571"/>
                  <a:pt x="16428" y="7524"/>
                </a:cubicBezTo>
                <a:cubicBezTo>
                  <a:pt x="16239" y="7031"/>
                  <a:pt x="16049" y="6538"/>
                  <a:pt x="15822" y="6064"/>
                </a:cubicBezTo>
                <a:cubicBezTo>
                  <a:pt x="15632" y="5590"/>
                  <a:pt x="15386" y="5154"/>
                  <a:pt x="15082" y="4756"/>
                </a:cubicBezTo>
                <a:cubicBezTo>
                  <a:pt x="14841" y="4446"/>
                  <a:pt x="14506" y="4199"/>
                  <a:pt x="14120" y="4199"/>
                </a:cubicBezTo>
                <a:cubicBezTo>
                  <a:pt x="14081" y="4199"/>
                  <a:pt x="14042" y="4201"/>
                  <a:pt x="14002" y="4207"/>
                </a:cubicBezTo>
                <a:cubicBezTo>
                  <a:pt x="13661" y="4282"/>
                  <a:pt x="13395" y="4529"/>
                  <a:pt x="13281" y="4851"/>
                </a:cubicBezTo>
                <a:cubicBezTo>
                  <a:pt x="13149" y="5230"/>
                  <a:pt x="13092" y="5609"/>
                  <a:pt x="13130" y="6007"/>
                </a:cubicBezTo>
                <a:cubicBezTo>
                  <a:pt x="13187" y="6538"/>
                  <a:pt x="13281" y="7088"/>
                  <a:pt x="13395" y="7619"/>
                </a:cubicBezTo>
                <a:cubicBezTo>
                  <a:pt x="13623" y="8794"/>
                  <a:pt x="13907" y="9969"/>
                  <a:pt x="14267" y="11126"/>
                </a:cubicBezTo>
                <a:cubicBezTo>
                  <a:pt x="14608" y="12244"/>
                  <a:pt x="15044" y="13344"/>
                  <a:pt x="15442" y="14443"/>
                </a:cubicBezTo>
                <a:cubicBezTo>
                  <a:pt x="15879" y="15524"/>
                  <a:pt x="16182" y="16642"/>
                  <a:pt x="16333" y="17799"/>
                </a:cubicBezTo>
                <a:cubicBezTo>
                  <a:pt x="16409" y="18329"/>
                  <a:pt x="16390" y="18879"/>
                  <a:pt x="16296" y="19410"/>
                </a:cubicBezTo>
                <a:cubicBezTo>
                  <a:pt x="16277" y="19618"/>
                  <a:pt x="16144" y="19789"/>
                  <a:pt x="15973" y="19884"/>
                </a:cubicBezTo>
                <a:cubicBezTo>
                  <a:pt x="15943" y="19889"/>
                  <a:pt x="15912" y="19892"/>
                  <a:pt x="15882" y="19892"/>
                </a:cubicBezTo>
                <a:cubicBezTo>
                  <a:pt x="15710" y="19892"/>
                  <a:pt x="15558" y="19802"/>
                  <a:pt x="15461" y="19656"/>
                </a:cubicBezTo>
                <a:cubicBezTo>
                  <a:pt x="15329" y="19467"/>
                  <a:pt x="15215" y="19258"/>
                  <a:pt x="15139" y="19031"/>
                </a:cubicBezTo>
                <a:cubicBezTo>
                  <a:pt x="15025" y="18746"/>
                  <a:pt x="14912" y="18481"/>
                  <a:pt x="14817" y="18197"/>
                </a:cubicBezTo>
                <a:cubicBezTo>
                  <a:pt x="14608" y="17628"/>
                  <a:pt x="14419" y="17059"/>
                  <a:pt x="14248" y="16491"/>
                </a:cubicBezTo>
                <a:cubicBezTo>
                  <a:pt x="13888" y="15353"/>
                  <a:pt x="13566" y="14178"/>
                  <a:pt x="13300" y="13003"/>
                </a:cubicBezTo>
                <a:cubicBezTo>
                  <a:pt x="13073" y="12017"/>
                  <a:pt x="12921" y="11031"/>
                  <a:pt x="12694" y="10045"/>
                </a:cubicBezTo>
                <a:cubicBezTo>
                  <a:pt x="12334" y="8377"/>
                  <a:pt x="11822" y="6576"/>
                  <a:pt x="10590" y="5306"/>
                </a:cubicBezTo>
                <a:cubicBezTo>
                  <a:pt x="10305" y="5022"/>
                  <a:pt x="9983" y="4756"/>
                  <a:pt x="9623" y="4548"/>
                </a:cubicBezTo>
                <a:cubicBezTo>
                  <a:pt x="9603" y="4534"/>
                  <a:pt x="9580" y="4528"/>
                  <a:pt x="9558" y="4528"/>
                </a:cubicBezTo>
                <a:cubicBezTo>
                  <a:pt x="9517" y="4528"/>
                  <a:pt x="9477" y="4549"/>
                  <a:pt x="9452" y="4586"/>
                </a:cubicBezTo>
                <a:cubicBezTo>
                  <a:pt x="8978" y="5458"/>
                  <a:pt x="9016" y="6481"/>
                  <a:pt x="9168" y="7448"/>
                </a:cubicBezTo>
                <a:cubicBezTo>
                  <a:pt x="9338" y="8510"/>
                  <a:pt x="9604" y="9571"/>
                  <a:pt x="9869" y="10633"/>
                </a:cubicBezTo>
                <a:cubicBezTo>
                  <a:pt x="10438" y="12832"/>
                  <a:pt x="11101" y="14993"/>
                  <a:pt x="11879" y="17135"/>
                </a:cubicBezTo>
                <a:cubicBezTo>
                  <a:pt x="12182" y="18007"/>
                  <a:pt x="12618" y="19182"/>
                  <a:pt x="11784" y="19922"/>
                </a:cubicBezTo>
                <a:cubicBezTo>
                  <a:pt x="11612" y="20082"/>
                  <a:pt x="11386" y="20166"/>
                  <a:pt x="11158" y="20166"/>
                </a:cubicBezTo>
                <a:cubicBezTo>
                  <a:pt x="11008" y="20166"/>
                  <a:pt x="10858" y="20130"/>
                  <a:pt x="10722" y="20055"/>
                </a:cubicBezTo>
                <a:cubicBezTo>
                  <a:pt x="10400" y="19827"/>
                  <a:pt x="10172" y="19524"/>
                  <a:pt x="10021" y="19182"/>
                </a:cubicBezTo>
                <a:cubicBezTo>
                  <a:pt x="9831" y="18784"/>
                  <a:pt x="9699" y="18367"/>
                  <a:pt x="9585" y="17950"/>
                </a:cubicBezTo>
                <a:lnTo>
                  <a:pt x="9111" y="16244"/>
                </a:lnTo>
                <a:lnTo>
                  <a:pt x="8125" y="12832"/>
                </a:lnTo>
                <a:cubicBezTo>
                  <a:pt x="7822" y="11732"/>
                  <a:pt x="7519" y="10614"/>
                  <a:pt x="7177" y="9514"/>
                </a:cubicBezTo>
                <a:cubicBezTo>
                  <a:pt x="6950" y="8737"/>
                  <a:pt x="6665" y="7903"/>
                  <a:pt x="6059" y="7353"/>
                </a:cubicBezTo>
                <a:cubicBezTo>
                  <a:pt x="5907" y="7221"/>
                  <a:pt x="5737" y="7107"/>
                  <a:pt x="5547" y="7012"/>
                </a:cubicBezTo>
                <a:cubicBezTo>
                  <a:pt x="5534" y="7008"/>
                  <a:pt x="5519" y="7005"/>
                  <a:pt x="5505" y="7005"/>
                </a:cubicBezTo>
                <a:cubicBezTo>
                  <a:pt x="5457" y="7005"/>
                  <a:pt x="5410" y="7030"/>
                  <a:pt x="5395" y="7088"/>
                </a:cubicBezTo>
                <a:cubicBezTo>
                  <a:pt x="5054" y="9041"/>
                  <a:pt x="5661" y="10936"/>
                  <a:pt x="6305" y="12775"/>
                </a:cubicBezTo>
                <a:cubicBezTo>
                  <a:pt x="6628" y="13723"/>
                  <a:pt x="6988" y="14671"/>
                  <a:pt x="7253" y="15638"/>
                </a:cubicBezTo>
                <a:cubicBezTo>
                  <a:pt x="7386" y="16093"/>
                  <a:pt x="7481" y="16566"/>
                  <a:pt x="7537" y="17059"/>
                </a:cubicBezTo>
                <a:cubicBezTo>
                  <a:pt x="7556" y="17457"/>
                  <a:pt x="7481" y="17969"/>
                  <a:pt x="7064" y="18121"/>
                </a:cubicBezTo>
                <a:cubicBezTo>
                  <a:pt x="6994" y="18147"/>
                  <a:pt x="6924" y="18158"/>
                  <a:pt x="6855" y="18158"/>
                </a:cubicBezTo>
                <a:cubicBezTo>
                  <a:pt x="6568" y="18158"/>
                  <a:pt x="6295" y="17959"/>
                  <a:pt x="6097" y="17761"/>
                </a:cubicBezTo>
                <a:cubicBezTo>
                  <a:pt x="5774" y="17438"/>
                  <a:pt x="5547" y="17059"/>
                  <a:pt x="5376" y="16642"/>
                </a:cubicBezTo>
                <a:cubicBezTo>
                  <a:pt x="4959" y="15619"/>
                  <a:pt x="4561" y="14595"/>
                  <a:pt x="4182" y="13571"/>
                </a:cubicBezTo>
                <a:cubicBezTo>
                  <a:pt x="3405" y="11505"/>
                  <a:pt x="2703" y="9401"/>
                  <a:pt x="2059" y="7278"/>
                </a:cubicBezTo>
                <a:cubicBezTo>
                  <a:pt x="1414" y="5154"/>
                  <a:pt x="846" y="3012"/>
                  <a:pt x="334" y="851"/>
                </a:cubicBezTo>
                <a:cubicBezTo>
                  <a:pt x="277" y="586"/>
                  <a:pt x="220" y="320"/>
                  <a:pt x="163" y="55"/>
                </a:cubicBezTo>
                <a:cubicBezTo>
                  <a:pt x="156" y="17"/>
                  <a:pt x="126" y="0"/>
                  <a:pt x="95" y="0"/>
                </a:cubicBezTo>
                <a:close/>
              </a:path>
            </a:pathLst>
          </a:custGeom>
          <a:solidFill>
            <a:srgbClr val="3C8D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5_1_1">
    <p:spTree>
      <p:nvGrpSpPr>
        <p:cNvPr id="1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9" name="Google Shape;1959;p33"/>
          <p:cNvPicPr preferRelativeResize="0"/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 rot="-2343514" flipH="1">
            <a:off x="-1166545" y="-1270720"/>
            <a:ext cx="3297389" cy="22766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60" name="Google Shape;1960;p33"/>
          <p:cNvGrpSpPr/>
          <p:nvPr/>
        </p:nvGrpSpPr>
        <p:grpSpPr>
          <a:xfrm rot="-8099954">
            <a:off x="15431" y="-572435"/>
            <a:ext cx="1344367" cy="1995327"/>
            <a:chOff x="272875" y="1527563"/>
            <a:chExt cx="255950" cy="455000"/>
          </a:xfrm>
        </p:grpSpPr>
        <p:sp>
          <p:nvSpPr>
            <p:cNvPr id="1961" name="Google Shape;1961;p33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2" name="Google Shape;1962;p33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3" name="Google Shape;1963;p33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4" name="Google Shape;1964;p33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5" name="Google Shape;1965;p33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6" name="Google Shape;1966;p33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7" name="Google Shape;1967;p33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8" name="Google Shape;1968;p33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9" name="Google Shape;1969;p33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0" name="Google Shape;1970;p33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1" name="Google Shape;1971;p33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2" name="Google Shape;1972;p33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3" name="Google Shape;1973;p33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4" name="Google Shape;1974;p33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5" name="Google Shape;1975;p33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6" name="Google Shape;1976;p33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7" name="Google Shape;1977;p33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8" name="Google Shape;1978;p33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9" name="Google Shape;1979;p33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0" name="Google Shape;1980;p33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1" name="Google Shape;1981;p33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2" name="Google Shape;1982;p33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3" name="Google Shape;1983;p33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4" name="Google Shape;1984;p33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5" name="Google Shape;1985;p33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6" name="Google Shape;1986;p33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7" name="Google Shape;1987;p33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8" name="Google Shape;1988;p33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9" name="Google Shape;1989;p33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0" name="Google Shape;1990;p33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1" name="Google Shape;1991;p33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2" name="Google Shape;1992;p33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3" name="Google Shape;1993;p33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4" name="Google Shape;1994;p33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5" name="Google Shape;1995;p33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1996" name="Google Shape;1996;p33"/>
          <p:cNvPicPr preferRelativeResize="0"/>
          <p:nvPr/>
        </p:nvPicPr>
        <p:blipFill>
          <a:blip r:embed="rId3">
            <a:alphaModFix amt="74000"/>
          </a:blip>
          <a:stretch>
            <a:fillRect/>
          </a:stretch>
        </p:blipFill>
        <p:spPr>
          <a:xfrm rot="-5809801" flipH="1">
            <a:off x="7609918" y="-1097658"/>
            <a:ext cx="2894870" cy="2593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7" name="Google Shape;1997;p33"/>
          <p:cNvPicPr preferRelativeResize="0"/>
          <p:nvPr/>
        </p:nvPicPr>
        <p:blipFill>
          <a:blip r:embed="rId4">
            <a:alphaModFix amt="76000"/>
          </a:blip>
          <a:stretch>
            <a:fillRect/>
          </a:stretch>
        </p:blipFill>
        <p:spPr>
          <a:xfrm rot="10754694">
            <a:off x="2497948" y="4487275"/>
            <a:ext cx="7605809" cy="28323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98" name="Google Shape;1998;p33"/>
          <p:cNvGrpSpPr/>
          <p:nvPr/>
        </p:nvGrpSpPr>
        <p:grpSpPr>
          <a:xfrm flipH="1">
            <a:off x="-624375" y="3487614"/>
            <a:ext cx="1344377" cy="2469659"/>
            <a:chOff x="272875" y="1419395"/>
            <a:chExt cx="255950" cy="563168"/>
          </a:xfrm>
        </p:grpSpPr>
        <p:sp>
          <p:nvSpPr>
            <p:cNvPr id="1999" name="Google Shape;1999;p33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0" name="Google Shape;2000;p33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1" name="Google Shape;2001;p33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2" name="Google Shape;2002;p33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3" name="Google Shape;2003;p33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4" name="Google Shape;2004;p33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5" name="Google Shape;2005;p33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6" name="Google Shape;2006;p33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7" name="Google Shape;2007;p33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8" name="Google Shape;2008;p33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9" name="Google Shape;2009;p33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0" name="Google Shape;2010;p33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1" name="Google Shape;2011;p33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2" name="Google Shape;2012;p33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3" name="Google Shape;2013;p33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4" name="Google Shape;2014;p33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5" name="Google Shape;2015;p33"/>
            <p:cNvSpPr/>
            <p:nvPr/>
          </p:nvSpPr>
          <p:spPr>
            <a:xfrm>
              <a:off x="369050" y="1615955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6" name="Google Shape;2016;p33"/>
            <p:cNvSpPr/>
            <p:nvPr/>
          </p:nvSpPr>
          <p:spPr>
            <a:xfrm>
              <a:off x="490635" y="1582215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7" name="Google Shape;2017;p33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8" name="Google Shape;2018;p33"/>
            <p:cNvSpPr/>
            <p:nvPr/>
          </p:nvSpPr>
          <p:spPr>
            <a:xfrm>
              <a:off x="438343" y="1487068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9" name="Google Shape;2019;p33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0" name="Google Shape;2020;p33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1" name="Google Shape;2021;p33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2" name="Google Shape;2022;p33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3" name="Google Shape;2023;p33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4" name="Google Shape;2024;p33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5" name="Google Shape;2025;p33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6" name="Google Shape;2026;p33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7" name="Google Shape;2027;p33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8" name="Google Shape;2028;p33"/>
            <p:cNvSpPr/>
            <p:nvPr/>
          </p:nvSpPr>
          <p:spPr>
            <a:xfrm>
              <a:off x="360075" y="195388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9" name="Google Shape;2029;p33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0" name="Google Shape;2030;p33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1" name="Google Shape;2031;p33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2" name="Google Shape;2032;p33"/>
            <p:cNvSpPr/>
            <p:nvPr/>
          </p:nvSpPr>
          <p:spPr>
            <a:xfrm>
              <a:off x="394558" y="1560904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3" name="Google Shape;2033;p33"/>
            <p:cNvSpPr/>
            <p:nvPr/>
          </p:nvSpPr>
          <p:spPr>
            <a:xfrm>
              <a:off x="418850" y="1419395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5_1_1_1">
    <p:spTree>
      <p:nvGrpSpPr>
        <p:cNvPr id="1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5" name="Google Shape;2035;p34"/>
          <p:cNvPicPr preferRelativeResize="0"/>
          <p:nvPr/>
        </p:nvPicPr>
        <p:blipFill>
          <a:blip r:embed="rId2">
            <a:alphaModFix amt="64000"/>
          </a:blip>
          <a:stretch>
            <a:fillRect/>
          </a:stretch>
        </p:blipFill>
        <p:spPr>
          <a:xfrm rot="5400000">
            <a:off x="6963311" y="-630813"/>
            <a:ext cx="3592176" cy="302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6" name="Google Shape;2036;p34"/>
          <p:cNvPicPr preferRelativeResize="0"/>
          <p:nvPr/>
        </p:nvPicPr>
        <p:blipFill>
          <a:blip r:embed="rId3">
            <a:alphaModFix amt="66000"/>
          </a:blip>
          <a:stretch>
            <a:fillRect/>
          </a:stretch>
        </p:blipFill>
        <p:spPr>
          <a:xfrm rot="1326165" flipH="1">
            <a:off x="-191445" y="4128883"/>
            <a:ext cx="3297389" cy="22766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37" name="Google Shape;2037;p34"/>
          <p:cNvGrpSpPr/>
          <p:nvPr/>
        </p:nvGrpSpPr>
        <p:grpSpPr>
          <a:xfrm rot="-2700000">
            <a:off x="8026513" y="-183341"/>
            <a:ext cx="1344349" cy="1995327"/>
            <a:chOff x="272875" y="1527563"/>
            <a:chExt cx="255950" cy="455000"/>
          </a:xfrm>
        </p:grpSpPr>
        <p:sp>
          <p:nvSpPr>
            <p:cNvPr id="2038" name="Google Shape;2038;p34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9" name="Google Shape;2039;p34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0" name="Google Shape;2040;p34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1" name="Google Shape;2041;p34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2" name="Google Shape;2042;p34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3" name="Google Shape;2043;p34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4" name="Google Shape;2044;p34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5" name="Google Shape;2045;p34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6" name="Google Shape;2046;p34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7" name="Google Shape;2047;p34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8" name="Google Shape;2048;p34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9" name="Google Shape;2049;p34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0" name="Google Shape;2050;p34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1" name="Google Shape;2051;p34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2" name="Google Shape;2052;p34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3" name="Google Shape;2053;p34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4" name="Google Shape;2054;p34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5" name="Google Shape;2055;p34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6" name="Google Shape;2056;p34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7" name="Google Shape;2057;p34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8" name="Google Shape;2058;p34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9" name="Google Shape;2059;p34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0" name="Google Shape;2060;p34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1" name="Google Shape;2061;p34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2" name="Google Shape;2062;p34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3" name="Google Shape;2063;p34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4" name="Google Shape;2064;p34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5" name="Google Shape;2065;p34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6" name="Google Shape;2066;p34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7" name="Google Shape;2067;p34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8" name="Google Shape;2068;p34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9" name="Google Shape;2069;p34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0" name="Google Shape;2070;p34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1" name="Google Shape;2071;p34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2" name="Google Shape;2072;p34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073" name="Google Shape;2073;p34"/>
          <p:cNvSpPr/>
          <p:nvPr/>
        </p:nvSpPr>
        <p:spPr>
          <a:xfrm>
            <a:off x="4566955" y="-2521549"/>
            <a:ext cx="4624024" cy="7256966"/>
          </a:xfrm>
          <a:custGeom>
            <a:avLst/>
            <a:gdLst/>
            <a:ahLst/>
            <a:cxnLst/>
            <a:rect l="l" t="t" r="r" b="b"/>
            <a:pathLst>
              <a:path w="55812" h="94461" extrusionOk="0">
                <a:moveTo>
                  <a:pt x="36054" y="83719"/>
                </a:moveTo>
                <a:cubicBezTo>
                  <a:pt x="36059" y="85810"/>
                  <a:pt x="36230" y="87883"/>
                  <a:pt x="36585" y="89937"/>
                </a:cubicBezTo>
                <a:cubicBezTo>
                  <a:pt x="36680" y="90449"/>
                  <a:pt x="36775" y="90942"/>
                  <a:pt x="36888" y="91454"/>
                </a:cubicBezTo>
                <a:cubicBezTo>
                  <a:pt x="36926" y="91719"/>
                  <a:pt x="37002" y="91984"/>
                  <a:pt x="37059" y="92250"/>
                </a:cubicBezTo>
                <a:cubicBezTo>
                  <a:pt x="37097" y="92439"/>
                  <a:pt x="37305" y="92856"/>
                  <a:pt x="37211" y="93046"/>
                </a:cubicBezTo>
                <a:cubicBezTo>
                  <a:pt x="37154" y="93160"/>
                  <a:pt x="36831" y="93255"/>
                  <a:pt x="36718" y="93311"/>
                </a:cubicBezTo>
                <a:cubicBezTo>
                  <a:pt x="36509" y="93425"/>
                  <a:pt x="36282" y="93539"/>
                  <a:pt x="36035" y="93634"/>
                </a:cubicBezTo>
                <a:cubicBezTo>
                  <a:pt x="35599" y="93804"/>
                  <a:pt x="35144" y="93937"/>
                  <a:pt x="34689" y="93994"/>
                </a:cubicBezTo>
                <a:cubicBezTo>
                  <a:pt x="34597" y="94004"/>
                  <a:pt x="34505" y="94009"/>
                  <a:pt x="34414" y="94009"/>
                </a:cubicBezTo>
                <a:cubicBezTo>
                  <a:pt x="33623" y="94009"/>
                  <a:pt x="32889" y="93638"/>
                  <a:pt x="32566" y="92856"/>
                </a:cubicBezTo>
                <a:cubicBezTo>
                  <a:pt x="32244" y="92041"/>
                  <a:pt x="32471" y="91093"/>
                  <a:pt x="32756" y="90297"/>
                </a:cubicBezTo>
                <a:cubicBezTo>
                  <a:pt x="33362" y="88572"/>
                  <a:pt x="34234" y="86923"/>
                  <a:pt x="35125" y="85331"/>
                </a:cubicBezTo>
                <a:cubicBezTo>
                  <a:pt x="35426" y="84788"/>
                  <a:pt x="35736" y="84251"/>
                  <a:pt x="36054" y="83719"/>
                </a:cubicBezTo>
                <a:close/>
                <a:moveTo>
                  <a:pt x="43850" y="72899"/>
                </a:moveTo>
                <a:cubicBezTo>
                  <a:pt x="43926" y="74041"/>
                  <a:pt x="43988" y="75183"/>
                  <a:pt x="44035" y="76326"/>
                </a:cubicBezTo>
                <a:cubicBezTo>
                  <a:pt x="44111" y="78487"/>
                  <a:pt x="44149" y="80629"/>
                  <a:pt x="44130" y="82790"/>
                </a:cubicBezTo>
                <a:cubicBezTo>
                  <a:pt x="44111" y="83871"/>
                  <a:pt x="44092" y="84970"/>
                  <a:pt x="44054" y="86051"/>
                </a:cubicBezTo>
                <a:cubicBezTo>
                  <a:pt x="44016" y="87037"/>
                  <a:pt x="44092" y="88117"/>
                  <a:pt x="43864" y="89065"/>
                </a:cubicBezTo>
                <a:cubicBezTo>
                  <a:pt x="43789" y="89463"/>
                  <a:pt x="43599" y="89823"/>
                  <a:pt x="43334" y="90127"/>
                </a:cubicBezTo>
                <a:cubicBezTo>
                  <a:pt x="43194" y="90249"/>
                  <a:pt x="43052" y="90301"/>
                  <a:pt x="42914" y="90301"/>
                </a:cubicBezTo>
                <a:cubicBezTo>
                  <a:pt x="42585" y="90301"/>
                  <a:pt x="42287" y="90001"/>
                  <a:pt x="42139" y="89653"/>
                </a:cubicBezTo>
                <a:cubicBezTo>
                  <a:pt x="41874" y="88970"/>
                  <a:pt x="41760" y="88193"/>
                  <a:pt x="41609" y="87473"/>
                </a:cubicBezTo>
                <a:cubicBezTo>
                  <a:pt x="41324" y="86165"/>
                  <a:pt x="41021" y="84724"/>
                  <a:pt x="40149" y="83643"/>
                </a:cubicBezTo>
                <a:cubicBezTo>
                  <a:pt x="39770" y="83169"/>
                  <a:pt x="39277" y="82809"/>
                  <a:pt x="38708" y="82582"/>
                </a:cubicBezTo>
                <a:cubicBezTo>
                  <a:pt x="38695" y="82577"/>
                  <a:pt x="38683" y="82574"/>
                  <a:pt x="38671" y="82574"/>
                </a:cubicBezTo>
                <a:cubicBezTo>
                  <a:pt x="38594" y="82574"/>
                  <a:pt x="38540" y="82668"/>
                  <a:pt x="38557" y="82733"/>
                </a:cubicBezTo>
                <a:cubicBezTo>
                  <a:pt x="38917" y="84667"/>
                  <a:pt x="39277" y="86601"/>
                  <a:pt x="39618" y="88534"/>
                </a:cubicBezTo>
                <a:lnTo>
                  <a:pt x="40149" y="91397"/>
                </a:lnTo>
                <a:cubicBezTo>
                  <a:pt x="40263" y="92136"/>
                  <a:pt x="40452" y="92875"/>
                  <a:pt x="40187" y="93596"/>
                </a:cubicBezTo>
                <a:cubicBezTo>
                  <a:pt x="40092" y="93861"/>
                  <a:pt x="39921" y="94183"/>
                  <a:pt x="39618" y="94240"/>
                </a:cubicBezTo>
                <a:cubicBezTo>
                  <a:pt x="39604" y="94243"/>
                  <a:pt x="39590" y="94244"/>
                  <a:pt x="39576" y="94244"/>
                </a:cubicBezTo>
                <a:cubicBezTo>
                  <a:pt x="39294" y="94244"/>
                  <a:pt x="39081" y="93717"/>
                  <a:pt x="38955" y="93482"/>
                </a:cubicBezTo>
                <a:cubicBezTo>
                  <a:pt x="38670" y="92856"/>
                  <a:pt x="38462" y="92193"/>
                  <a:pt x="38348" y="91511"/>
                </a:cubicBezTo>
                <a:cubicBezTo>
                  <a:pt x="38083" y="90146"/>
                  <a:pt x="38045" y="88762"/>
                  <a:pt x="37855" y="87397"/>
                </a:cubicBezTo>
                <a:cubicBezTo>
                  <a:pt x="37647" y="85994"/>
                  <a:pt x="37230" y="84610"/>
                  <a:pt x="36244" y="83549"/>
                </a:cubicBezTo>
                <a:cubicBezTo>
                  <a:pt x="36227" y="83526"/>
                  <a:pt x="36203" y="83515"/>
                  <a:pt x="36178" y="83514"/>
                </a:cubicBezTo>
                <a:lnTo>
                  <a:pt x="36178" y="83514"/>
                </a:lnTo>
                <a:cubicBezTo>
                  <a:pt x="38436" y="79777"/>
                  <a:pt x="41102" y="76305"/>
                  <a:pt x="43850" y="72899"/>
                </a:cubicBezTo>
                <a:close/>
                <a:moveTo>
                  <a:pt x="124" y="0"/>
                </a:moveTo>
                <a:cubicBezTo>
                  <a:pt x="60" y="0"/>
                  <a:pt x="1" y="49"/>
                  <a:pt x="36" y="119"/>
                </a:cubicBezTo>
                <a:lnTo>
                  <a:pt x="17" y="119"/>
                </a:lnTo>
                <a:cubicBezTo>
                  <a:pt x="2955" y="8498"/>
                  <a:pt x="5989" y="16839"/>
                  <a:pt x="9135" y="25123"/>
                </a:cubicBezTo>
                <a:cubicBezTo>
                  <a:pt x="9894" y="27152"/>
                  <a:pt x="10671" y="29180"/>
                  <a:pt x="11467" y="31208"/>
                </a:cubicBezTo>
                <a:cubicBezTo>
                  <a:pt x="12168" y="33028"/>
                  <a:pt x="12794" y="34905"/>
                  <a:pt x="13647" y="36649"/>
                </a:cubicBezTo>
                <a:cubicBezTo>
                  <a:pt x="14292" y="37976"/>
                  <a:pt x="15221" y="39246"/>
                  <a:pt x="16623" y="39796"/>
                </a:cubicBezTo>
                <a:cubicBezTo>
                  <a:pt x="17283" y="40054"/>
                  <a:pt x="17979" y="40142"/>
                  <a:pt x="18690" y="40142"/>
                </a:cubicBezTo>
                <a:cubicBezTo>
                  <a:pt x="19959" y="40142"/>
                  <a:pt x="21272" y="39862"/>
                  <a:pt x="22500" y="39777"/>
                </a:cubicBezTo>
                <a:cubicBezTo>
                  <a:pt x="23246" y="39726"/>
                  <a:pt x="23995" y="39701"/>
                  <a:pt x="24747" y="39701"/>
                </a:cubicBezTo>
                <a:cubicBezTo>
                  <a:pt x="26249" y="39701"/>
                  <a:pt x="27757" y="39802"/>
                  <a:pt x="29249" y="40004"/>
                </a:cubicBezTo>
                <a:cubicBezTo>
                  <a:pt x="31106" y="40270"/>
                  <a:pt x="33021" y="40668"/>
                  <a:pt x="34727" y="41502"/>
                </a:cubicBezTo>
                <a:cubicBezTo>
                  <a:pt x="36433" y="42317"/>
                  <a:pt x="37836" y="43682"/>
                  <a:pt x="38708" y="45350"/>
                </a:cubicBezTo>
                <a:cubicBezTo>
                  <a:pt x="39580" y="46981"/>
                  <a:pt x="40054" y="48782"/>
                  <a:pt x="40471" y="50545"/>
                </a:cubicBezTo>
                <a:cubicBezTo>
                  <a:pt x="42179" y="57664"/>
                  <a:pt x="43282" y="64918"/>
                  <a:pt x="43803" y="72216"/>
                </a:cubicBezTo>
                <a:lnTo>
                  <a:pt x="43803" y="72216"/>
                </a:lnTo>
                <a:cubicBezTo>
                  <a:pt x="43494" y="72599"/>
                  <a:pt x="43186" y="72983"/>
                  <a:pt x="42879" y="73369"/>
                </a:cubicBezTo>
                <a:cubicBezTo>
                  <a:pt x="40831" y="75966"/>
                  <a:pt x="38822" y="78601"/>
                  <a:pt x="37021" y="81387"/>
                </a:cubicBezTo>
                <a:cubicBezTo>
                  <a:pt x="35277" y="84098"/>
                  <a:pt x="33571" y="87018"/>
                  <a:pt x="32471" y="90070"/>
                </a:cubicBezTo>
                <a:cubicBezTo>
                  <a:pt x="31997" y="91359"/>
                  <a:pt x="31770" y="93198"/>
                  <a:pt x="33154" y="94013"/>
                </a:cubicBezTo>
                <a:cubicBezTo>
                  <a:pt x="33534" y="94235"/>
                  <a:pt x="33946" y="94326"/>
                  <a:pt x="34367" y="94326"/>
                </a:cubicBezTo>
                <a:cubicBezTo>
                  <a:pt x="35456" y="94326"/>
                  <a:pt x="36609" y="93717"/>
                  <a:pt x="37457" y="93198"/>
                </a:cubicBezTo>
                <a:cubicBezTo>
                  <a:pt x="37514" y="93160"/>
                  <a:pt x="37533" y="93103"/>
                  <a:pt x="37514" y="93046"/>
                </a:cubicBezTo>
                <a:cubicBezTo>
                  <a:pt x="36725" y="90076"/>
                  <a:pt x="36309" y="87016"/>
                  <a:pt x="36300" y="83937"/>
                </a:cubicBezTo>
                <a:lnTo>
                  <a:pt x="36300" y="83937"/>
                </a:lnTo>
                <a:cubicBezTo>
                  <a:pt x="38208" y="86250"/>
                  <a:pt x="37579" y="89653"/>
                  <a:pt x="38348" y="92383"/>
                </a:cubicBezTo>
                <a:cubicBezTo>
                  <a:pt x="38500" y="93065"/>
                  <a:pt x="38803" y="93710"/>
                  <a:pt x="39201" y="94297"/>
                </a:cubicBezTo>
                <a:cubicBezTo>
                  <a:pt x="39289" y="94413"/>
                  <a:pt x="39407" y="94460"/>
                  <a:pt x="39532" y="94460"/>
                </a:cubicBezTo>
                <a:cubicBezTo>
                  <a:pt x="39756" y="94460"/>
                  <a:pt x="40003" y="94309"/>
                  <a:pt x="40149" y="94127"/>
                </a:cubicBezTo>
                <a:cubicBezTo>
                  <a:pt x="40490" y="93728"/>
                  <a:pt x="40566" y="93103"/>
                  <a:pt x="40547" y="92591"/>
                </a:cubicBezTo>
                <a:cubicBezTo>
                  <a:pt x="40509" y="91681"/>
                  <a:pt x="40244" y="90752"/>
                  <a:pt x="40092" y="89861"/>
                </a:cubicBezTo>
                <a:cubicBezTo>
                  <a:pt x="39670" y="87551"/>
                  <a:pt x="39266" y="85241"/>
                  <a:pt x="38846" y="82914"/>
                </a:cubicBezTo>
                <a:lnTo>
                  <a:pt x="38846" y="82914"/>
                </a:lnTo>
                <a:cubicBezTo>
                  <a:pt x="40217" y="83575"/>
                  <a:pt x="40753" y="85091"/>
                  <a:pt x="41116" y="86487"/>
                </a:cubicBezTo>
                <a:cubicBezTo>
                  <a:pt x="41305" y="87245"/>
                  <a:pt x="41438" y="88022"/>
                  <a:pt x="41628" y="88781"/>
                </a:cubicBezTo>
                <a:cubicBezTo>
                  <a:pt x="41760" y="89349"/>
                  <a:pt x="41874" y="90146"/>
                  <a:pt x="42443" y="90468"/>
                </a:cubicBezTo>
                <a:cubicBezTo>
                  <a:pt x="42589" y="90550"/>
                  <a:pt x="42735" y="90587"/>
                  <a:pt x="42876" y="90587"/>
                </a:cubicBezTo>
                <a:cubicBezTo>
                  <a:pt x="43193" y="90587"/>
                  <a:pt x="43484" y="90402"/>
                  <a:pt x="43694" y="90127"/>
                </a:cubicBezTo>
                <a:cubicBezTo>
                  <a:pt x="44168" y="89539"/>
                  <a:pt x="44225" y="88781"/>
                  <a:pt x="44263" y="88060"/>
                </a:cubicBezTo>
                <a:cubicBezTo>
                  <a:pt x="44376" y="85842"/>
                  <a:pt x="44433" y="83624"/>
                  <a:pt x="44433" y="81425"/>
                </a:cubicBezTo>
                <a:cubicBezTo>
                  <a:pt x="44433" y="78462"/>
                  <a:pt x="44333" y="75502"/>
                  <a:pt x="44134" y="72549"/>
                </a:cubicBezTo>
                <a:lnTo>
                  <a:pt x="44134" y="72549"/>
                </a:lnTo>
                <a:cubicBezTo>
                  <a:pt x="45525" y="70831"/>
                  <a:pt x="46934" y="69129"/>
                  <a:pt x="48319" y="67416"/>
                </a:cubicBezTo>
                <a:cubicBezTo>
                  <a:pt x="50916" y="64213"/>
                  <a:pt x="53457" y="60952"/>
                  <a:pt x="55694" y="57464"/>
                </a:cubicBezTo>
                <a:cubicBezTo>
                  <a:pt x="55812" y="57293"/>
                  <a:pt x="55657" y="57122"/>
                  <a:pt x="55493" y="57122"/>
                </a:cubicBezTo>
                <a:cubicBezTo>
                  <a:pt x="55421" y="57122"/>
                  <a:pt x="55348" y="57155"/>
                  <a:pt x="55295" y="57236"/>
                </a:cubicBezTo>
                <a:cubicBezTo>
                  <a:pt x="51966" y="62402"/>
                  <a:pt x="47953" y="67087"/>
                  <a:pt x="44086" y="71866"/>
                </a:cubicBezTo>
                <a:lnTo>
                  <a:pt x="44086" y="71866"/>
                </a:lnTo>
                <a:cubicBezTo>
                  <a:pt x="43682" y="66321"/>
                  <a:pt x="42926" y="60806"/>
                  <a:pt x="41817" y="55360"/>
                </a:cubicBezTo>
                <a:cubicBezTo>
                  <a:pt x="41400" y="53255"/>
                  <a:pt x="40945" y="51132"/>
                  <a:pt x="40376" y="49066"/>
                </a:cubicBezTo>
                <a:cubicBezTo>
                  <a:pt x="39921" y="47379"/>
                  <a:pt x="39315" y="45673"/>
                  <a:pt x="38310" y="44213"/>
                </a:cubicBezTo>
                <a:cubicBezTo>
                  <a:pt x="36130" y="41104"/>
                  <a:pt x="32301" y="40175"/>
                  <a:pt x="28737" y="39739"/>
                </a:cubicBezTo>
                <a:cubicBezTo>
                  <a:pt x="27406" y="39567"/>
                  <a:pt x="26076" y="39485"/>
                  <a:pt x="24745" y="39485"/>
                </a:cubicBezTo>
                <a:cubicBezTo>
                  <a:pt x="23877" y="39485"/>
                  <a:pt x="23008" y="39520"/>
                  <a:pt x="22140" y="39587"/>
                </a:cubicBezTo>
                <a:cubicBezTo>
                  <a:pt x="21041" y="39680"/>
                  <a:pt x="19854" y="39911"/>
                  <a:pt x="18707" y="39911"/>
                </a:cubicBezTo>
                <a:cubicBezTo>
                  <a:pt x="17736" y="39911"/>
                  <a:pt x="16794" y="39745"/>
                  <a:pt x="15960" y="39189"/>
                </a:cubicBezTo>
                <a:cubicBezTo>
                  <a:pt x="14519" y="38204"/>
                  <a:pt x="13780" y="36479"/>
                  <a:pt x="13173" y="34924"/>
                </a:cubicBezTo>
                <a:cubicBezTo>
                  <a:pt x="12339" y="32820"/>
                  <a:pt x="11543" y="30735"/>
                  <a:pt x="10728" y="28630"/>
                </a:cubicBezTo>
                <a:cubicBezTo>
                  <a:pt x="7505" y="20194"/>
                  <a:pt x="4377" y="11721"/>
                  <a:pt x="1344" y="3228"/>
                </a:cubicBezTo>
                <a:cubicBezTo>
                  <a:pt x="965" y="2166"/>
                  <a:pt x="586" y="1124"/>
                  <a:pt x="226" y="62"/>
                </a:cubicBezTo>
                <a:cubicBezTo>
                  <a:pt x="204" y="19"/>
                  <a:pt x="163" y="0"/>
                  <a:pt x="124" y="0"/>
                </a:cubicBezTo>
                <a:close/>
              </a:path>
            </a:pathLst>
          </a:custGeom>
          <a:solidFill>
            <a:srgbClr val="1C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74" name="Google Shape;2074;p34"/>
          <p:cNvPicPr preferRelativeResize="0"/>
          <p:nvPr/>
        </p:nvPicPr>
        <p:blipFill>
          <a:blip r:embed="rId4">
            <a:alphaModFix amt="74000"/>
          </a:blip>
          <a:stretch>
            <a:fillRect/>
          </a:stretch>
        </p:blipFill>
        <p:spPr>
          <a:xfrm rot="7675040">
            <a:off x="2669916" y="-1516164"/>
            <a:ext cx="2894877" cy="2593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5" name="Google Shape;2075;p34"/>
          <p:cNvPicPr preferRelativeResize="0"/>
          <p:nvPr/>
        </p:nvPicPr>
        <p:blipFill>
          <a:blip r:embed="rId5">
            <a:alphaModFix amt="74000"/>
          </a:blip>
          <a:stretch>
            <a:fillRect/>
          </a:stretch>
        </p:blipFill>
        <p:spPr>
          <a:xfrm rot="-9631575" flipH="1">
            <a:off x="-1503235" y="-1230424"/>
            <a:ext cx="2894874" cy="2593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4_1_1_2">
    <p:spTree>
      <p:nvGrpSpPr>
        <p:cNvPr id="1" name="Shape 2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7" name="Google Shape;2077;p35"/>
          <p:cNvPicPr preferRelativeResize="0"/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 rot="5399990" flipH="1">
            <a:off x="7705516" y="-598319"/>
            <a:ext cx="3297389" cy="22766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78" name="Google Shape;2078;p35"/>
          <p:cNvGrpSpPr/>
          <p:nvPr/>
        </p:nvGrpSpPr>
        <p:grpSpPr>
          <a:xfrm rot="-987768">
            <a:off x="7751817" y="-266278"/>
            <a:ext cx="1344359" cy="1995308"/>
            <a:chOff x="272875" y="1527563"/>
            <a:chExt cx="255950" cy="455000"/>
          </a:xfrm>
        </p:grpSpPr>
        <p:sp>
          <p:nvSpPr>
            <p:cNvPr id="2079" name="Google Shape;2079;p35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0" name="Google Shape;2080;p35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1" name="Google Shape;2081;p35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2" name="Google Shape;2082;p35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3" name="Google Shape;2083;p35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4" name="Google Shape;2084;p35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5" name="Google Shape;2085;p35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6" name="Google Shape;2086;p35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7" name="Google Shape;2087;p35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8" name="Google Shape;2088;p35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9" name="Google Shape;2089;p35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0" name="Google Shape;2090;p35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1" name="Google Shape;2091;p35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2" name="Google Shape;2092;p35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3" name="Google Shape;2093;p35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4" name="Google Shape;2094;p35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5" name="Google Shape;2095;p35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6" name="Google Shape;2096;p35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7" name="Google Shape;2097;p35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8" name="Google Shape;2098;p35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9" name="Google Shape;2099;p35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0" name="Google Shape;2100;p35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1" name="Google Shape;2101;p35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2" name="Google Shape;2102;p35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3" name="Google Shape;2103;p35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4" name="Google Shape;2104;p35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5" name="Google Shape;2105;p35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6" name="Google Shape;2106;p35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7" name="Google Shape;2107;p35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8" name="Google Shape;2108;p35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9" name="Google Shape;2109;p35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0" name="Google Shape;2110;p35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1" name="Google Shape;2111;p35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2" name="Google Shape;2112;p35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3" name="Google Shape;2113;p35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2114" name="Google Shape;2114;p35"/>
          <p:cNvPicPr preferRelativeResize="0"/>
          <p:nvPr/>
        </p:nvPicPr>
        <p:blipFill>
          <a:blip r:embed="rId3">
            <a:alphaModFix amt="74000"/>
          </a:blip>
          <a:stretch>
            <a:fillRect/>
          </a:stretch>
        </p:blipFill>
        <p:spPr>
          <a:xfrm rot="-10162003" flipH="1">
            <a:off x="-1091107" y="-1133759"/>
            <a:ext cx="2894871" cy="2593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5" name="Google Shape;2115;p35"/>
          <p:cNvPicPr preferRelativeResize="0"/>
          <p:nvPr/>
        </p:nvPicPr>
        <p:blipFill>
          <a:blip r:embed="rId4">
            <a:alphaModFix amt="76000"/>
          </a:blip>
          <a:stretch>
            <a:fillRect/>
          </a:stretch>
        </p:blipFill>
        <p:spPr>
          <a:xfrm rot="363351">
            <a:off x="802621" y="4291783"/>
            <a:ext cx="7605804" cy="2832383"/>
          </a:xfrm>
          <a:prstGeom prst="rect">
            <a:avLst/>
          </a:prstGeom>
          <a:noFill/>
          <a:ln>
            <a:noFill/>
          </a:ln>
        </p:spPr>
      </p:pic>
      <p:sp>
        <p:nvSpPr>
          <p:cNvPr id="2116" name="Google Shape;2116;p35"/>
          <p:cNvSpPr/>
          <p:nvPr/>
        </p:nvSpPr>
        <p:spPr>
          <a:xfrm rot="9899989">
            <a:off x="-583964" y="4625085"/>
            <a:ext cx="2265015" cy="2165770"/>
          </a:xfrm>
          <a:custGeom>
            <a:avLst/>
            <a:gdLst/>
            <a:ahLst/>
            <a:cxnLst/>
            <a:rect l="l" t="t" r="r" b="b"/>
            <a:pathLst>
              <a:path w="21339" h="20404" extrusionOk="0">
                <a:moveTo>
                  <a:pt x="95" y="0"/>
                </a:moveTo>
                <a:cubicBezTo>
                  <a:pt x="50" y="0"/>
                  <a:pt x="0" y="36"/>
                  <a:pt x="12" y="93"/>
                </a:cubicBezTo>
                <a:cubicBezTo>
                  <a:pt x="485" y="2330"/>
                  <a:pt x="1054" y="4567"/>
                  <a:pt x="1680" y="6766"/>
                </a:cubicBezTo>
                <a:cubicBezTo>
                  <a:pt x="2324" y="8965"/>
                  <a:pt x="3045" y="11126"/>
                  <a:pt x="3822" y="13249"/>
                </a:cubicBezTo>
                <a:cubicBezTo>
                  <a:pt x="4220" y="14330"/>
                  <a:pt x="4618" y="15391"/>
                  <a:pt x="5054" y="16453"/>
                </a:cubicBezTo>
                <a:cubicBezTo>
                  <a:pt x="5225" y="16889"/>
                  <a:pt x="5433" y="17287"/>
                  <a:pt x="5699" y="17666"/>
                </a:cubicBezTo>
                <a:cubicBezTo>
                  <a:pt x="5926" y="17988"/>
                  <a:pt x="6267" y="18216"/>
                  <a:pt x="6646" y="18348"/>
                </a:cubicBezTo>
                <a:cubicBezTo>
                  <a:pt x="6705" y="18361"/>
                  <a:pt x="6764" y="18368"/>
                  <a:pt x="6823" y="18368"/>
                </a:cubicBezTo>
                <a:cubicBezTo>
                  <a:pt x="7107" y="18368"/>
                  <a:pt x="7384" y="18221"/>
                  <a:pt x="7556" y="17969"/>
                </a:cubicBezTo>
                <a:cubicBezTo>
                  <a:pt x="7746" y="17609"/>
                  <a:pt x="7784" y="17173"/>
                  <a:pt x="7708" y="16775"/>
                </a:cubicBezTo>
                <a:cubicBezTo>
                  <a:pt x="7519" y="15770"/>
                  <a:pt x="7253" y="14784"/>
                  <a:pt x="6893" y="13837"/>
                </a:cubicBezTo>
                <a:cubicBezTo>
                  <a:pt x="6248" y="11941"/>
                  <a:pt x="5414" y="9969"/>
                  <a:pt x="5528" y="7922"/>
                </a:cubicBezTo>
                <a:cubicBezTo>
                  <a:pt x="5543" y="7707"/>
                  <a:pt x="5559" y="7504"/>
                  <a:pt x="5594" y="7294"/>
                </a:cubicBezTo>
                <a:lnTo>
                  <a:pt x="5594" y="7294"/>
                </a:lnTo>
                <a:cubicBezTo>
                  <a:pt x="6312" y="7702"/>
                  <a:pt x="6661" y="8502"/>
                  <a:pt x="6893" y="9268"/>
                </a:cubicBezTo>
                <a:cubicBezTo>
                  <a:pt x="7234" y="10349"/>
                  <a:pt x="7519" y="11467"/>
                  <a:pt x="7822" y="12567"/>
                </a:cubicBezTo>
                <a:lnTo>
                  <a:pt x="8789" y="16036"/>
                </a:lnTo>
                <a:cubicBezTo>
                  <a:pt x="8940" y="16604"/>
                  <a:pt x="9111" y="17173"/>
                  <a:pt x="9263" y="17742"/>
                </a:cubicBezTo>
                <a:cubicBezTo>
                  <a:pt x="9376" y="18216"/>
                  <a:pt x="9509" y="18652"/>
                  <a:pt x="9699" y="19107"/>
                </a:cubicBezTo>
                <a:cubicBezTo>
                  <a:pt x="9966" y="19713"/>
                  <a:pt x="10452" y="20404"/>
                  <a:pt x="11172" y="20404"/>
                </a:cubicBezTo>
                <a:cubicBezTo>
                  <a:pt x="11217" y="20404"/>
                  <a:pt x="11263" y="20401"/>
                  <a:pt x="11310" y="20396"/>
                </a:cubicBezTo>
                <a:cubicBezTo>
                  <a:pt x="11708" y="20339"/>
                  <a:pt x="12068" y="20092"/>
                  <a:pt x="12258" y="19732"/>
                </a:cubicBezTo>
                <a:cubicBezTo>
                  <a:pt x="12485" y="19334"/>
                  <a:pt x="12580" y="18860"/>
                  <a:pt x="12504" y="18405"/>
                </a:cubicBezTo>
                <a:cubicBezTo>
                  <a:pt x="12390" y="17855"/>
                  <a:pt x="12239" y="17306"/>
                  <a:pt x="12030" y="16794"/>
                </a:cubicBezTo>
                <a:cubicBezTo>
                  <a:pt x="11841" y="16263"/>
                  <a:pt x="11651" y="15713"/>
                  <a:pt x="11462" y="15183"/>
                </a:cubicBezTo>
                <a:cubicBezTo>
                  <a:pt x="11101" y="14083"/>
                  <a:pt x="10779" y="12965"/>
                  <a:pt x="10457" y="11865"/>
                </a:cubicBezTo>
                <a:cubicBezTo>
                  <a:pt x="10154" y="10766"/>
                  <a:pt x="9869" y="9628"/>
                  <a:pt x="9623" y="8491"/>
                </a:cubicBezTo>
                <a:cubicBezTo>
                  <a:pt x="9414" y="7486"/>
                  <a:pt x="9168" y="6424"/>
                  <a:pt x="9414" y="5420"/>
                </a:cubicBezTo>
                <a:cubicBezTo>
                  <a:pt x="9462" y="5197"/>
                  <a:pt x="9536" y="5002"/>
                  <a:pt x="9626" y="4810"/>
                </a:cubicBezTo>
                <a:lnTo>
                  <a:pt x="9626" y="4810"/>
                </a:lnTo>
                <a:cubicBezTo>
                  <a:pt x="11118" y="5773"/>
                  <a:pt x="11814" y="7472"/>
                  <a:pt x="12239" y="9135"/>
                </a:cubicBezTo>
                <a:cubicBezTo>
                  <a:pt x="12485" y="10026"/>
                  <a:pt x="12637" y="10936"/>
                  <a:pt x="12807" y="11846"/>
                </a:cubicBezTo>
                <a:cubicBezTo>
                  <a:pt x="13035" y="13040"/>
                  <a:pt x="13300" y="14216"/>
                  <a:pt x="13623" y="15391"/>
                </a:cubicBezTo>
                <a:cubicBezTo>
                  <a:pt x="13945" y="16547"/>
                  <a:pt x="14324" y="17723"/>
                  <a:pt x="14741" y="18879"/>
                </a:cubicBezTo>
                <a:cubicBezTo>
                  <a:pt x="14912" y="19315"/>
                  <a:pt x="15063" y="19827"/>
                  <a:pt x="15480" y="20092"/>
                </a:cubicBezTo>
                <a:cubicBezTo>
                  <a:pt x="15595" y="20165"/>
                  <a:pt x="15723" y="20199"/>
                  <a:pt x="15849" y="20199"/>
                </a:cubicBezTo>
                <a:cubicBezTo>
                  <a:pt x="16119" y="20199"/>
                  <a:pt x="16382" y="20042"/>
                  <a:pt x="16485" y="19770"/>
                </a:cubicBezTo>
                <a:cubicBezTo>
                  <a:pt x="16694" y="19334"/>
                  <a:pt x="16675" y="18765"/>
                  <a:pt x="16656" y="18292"/>
                </a:cubicBezTo>
                <a:cubicBezTo>
                  <a:pt x="16637" y="17723"/>
                  <a:pt x="16542" y="17154"/>
                  <a:pt x="16428" y="16585"/>
                </a:cubicBezTo>
                <a:cubicBezTo>
                  <a:pt x="16125" y="15467"/>
                  <a:pt x="15746" y="14348"/>
                  <a:pt x="15291" y="13268"/>
                </a:cubicBezTo>
                <a:cubicBezTo>
                  <a:pt x="14419" y="10993"/>
                  <a:pt x="13793" y="8623"/>
                  <a:pt x="13433" y="6216"/>
                </a:cubicBezTo>
                <a:cubicBezTo>
                  <a:pt x="13360" y="5689"/>
                  <a:pt x="13392" y="4465"/>
                  <a:pt x="14163" y="4465"/>
                </a:cubicBezTo>
                <a:cubicBezTo>
                  <a:pt x="14197" y="4465"/>
                  <a:pt x="14231" y="4467"/>
                  <a:pt x="14267" y="4472"/>
                </a:cubicBezTo>
                <a:cubicBezTo>
                  <a:pt x="14741" y="4548"/>
                  <a:pt x="15025" y="5060"/>
                  <a:pt x="15234" y="5439"/>
                </a:cubicBezTo>
                <a:cubicBezTo>
                  <a:pt x="15499" y="5913"/>
                  <a:pt x="15727" y="6406"/>
                  <a:pt x="15935" y="6898"/>
                </a:cubicBezTo>
                <a:cubicBezTo>
                  <a:pt x="16732" y="8946"/>
                  <a:pt x="17111" y="11107"/>
                  <a:pt x="17452" y="13268"/>
                </a:cubicBezTo>
                <a:cubicBezTo>
                  <a:pt x="17623" y="14348"/>
                  <a:pt x="17793" y="15429"/>
                  <a:pt x="18002" y="16510"/>
                </a:cubicBezTo>
                <a:cubicBezTo>
                  <a:pt x="18096" y="17040"/>
                  <a:pt x="18229" y="17590"/>
                  <a:pt x="18362" y="18121"/>
                </a:cubicBezTo>
                <a:cubicBezTo>
                  <a:pt x="18476" y="18557"/>
                  <a:pt x="18627" y="19031"/>
                  <a:pt x="18968" y="19334"/>
                </a:cubicBezTo>
                <a:cubicBezTo>
                  <a:pt x="19197" y="19533"/>
                  <a:pt x="19456" y="19618"/>
                  <a:pt x="19715" y="19618"/>
                </a:cubicBezTo>
                <a:cubicBezTo>
                  <a:pt x="20273" y="19618"/>
                  <a:pt x="20833" y="19220"/>
                  <a:pt x="21092" y="18690"/>
                </a:cubicBezTo>
                <a:cubicBezTo>
                  <a:pt x="21300" y="18178"/>
                  <a:pt x="21338" y="17628"/>
                  <a:pt x="21205" y="17078"/>
                </a:cubicBezTo>
                <a:cubicBezTo>
                  <a:pt x="21111" y="16472"/>
                  <a:pt x="20902" y="15884"/>
                  <a:pt x="20731" y="15277"/>
                </a:cubicBezTo>
                <a:lnTo>
                  <a:pt x="18684" y="7903"/>
                </a:lnTo>
                <a:cubicBezTo>
                  <a:pt x="18514" y="7315"/>
                  <a:pt x="18362" y="6728"/>
                  <a:pt x="18191" y="6102"/>
                </a:cubicBezTo>
                <a:cubicBezTo>
                  <a:pt x="18162" y="6043"/>
                  <a:pt x="18106" y="6015"/>
                  <a:pt x="18051" y="6015"/>
                </a:cubicBezTo>
                <a:cubicBezTo>
                  <a:pt x="17966" y="6015"/>
                  <a:pt x="17884" y="6082"/>
                  <a:pt x="17907" y="6197"/>
                </a:cubicBezTo>
                <a:cubicBezTo>
                  <a:pt x="18589" y="8623"/>
                  <a:pt x="19253" y="11050"/>
                  <a:pt x="19935" y="13476"/>
                </a:cubicBezTo>
                <a:lnTo>
                  <a:pt x="20428" y="15315"/>
                </a:lnTo>
                <a:cubicBezTo>
                  <a:pt x="20599" y="15903"/>
                  <a:pt x="20788" y="16491"/>
                  <a:pt x="20902" y="17078"/>
                </a:cubicBezTo>
                <a:cubicBezTo>
                  <a:pt x="21016" y="17609"/>
                  <a:pt x="21035" y="18216"/>
                  <a:pt x="20750" y="18690"/>
                </a:cubicBezTo>
                <a:cubicBezTo>
                  <a:pt x="20542" y="19050"/>
                  <a:pt x="20144" y="19296"/>
                  <a:pt x="19727" y="19334"/>
                </a:cubicBezTo>
                <a:cubicBezTo>
                  <a:pt x="19253" y="19334"/>
                  <a:pt x="18950" y="18917"/>
                  <a:pt x="18798" y="18519"/>
                </a:cubicBezTo>
                <a:cubicBezTo>
                  <a:pt x="18627" y="18026"/>
                  <a:pt x="18495" y="17533"/>
                  <a:pt x="18400" y="17040"/>
                </a:cubicBezTo>
                <a:cubicBezTo>
                  <a:pt x="18172" y="15979"/>
                  <a:pt x="17983" y="14898"/>
                  <a:pt x="17812" y="13837"/>
                </a:cubicBezTo>
                <a:cubicBezTo>
                  <a:pt x="17452" y="11713"/>
                  <a:pt x="17130" y="9571"/>
                  <a:pt x="16428" y="7524"/>
                </a:cubicBezTo>
                <a:cubicBezTo>
                  <a:pt x="16239" y="7031"/>
                  <a:pt x="16049" y="6538"/>
                  <a:pt x="15822" y="6064"/>
                </a:cubicBezTo>
                <a:cubicBezTo>
                  <a:pt x="15632" y="5590"/>
                  <a:pt x="15386" y="5154"/>
                  <a:pt x="15082" y="4756"/>
                </a:cubicBezTo>
                <a:cubicBezTo>
                  <a:pt x="14841" y="4446"/>
                  <a:pt x="14506" y="4199"/>
                  <a:pt x="14120" y="4199"/>
                </a:cubicBezTo>
                <a:cubicBezTo>
                  <a:pt x="14081" y="4199"/>
                  <a:pt x="14042" y="4201"/>
                  <a:pt x="14002" y="4207"/>
                </a:cubicBezTo>
                <a:cubicBezTo>
                  <a:pt x="13661" y="4282"/>
                  <a:pt x="13395" y="4529"/>
                  <a:pt x="13281" y="4851"/>
                </a:cubicBezTo>
                <a:cubicBezTo>
                  <a:pt x="13149" y="5230"/>
                  <a:pt x="13092" y="5609"/>
                  <a:pt x="13130" y="6007"/>
                </a:cubicBezTo>
                <a:cubicBezTo>
                  <a:pt x="13187" y="6538"/>
                  <a:pt x="13281" y="7088"/>
                  <a:pt x="13395" y="7619"/>
                </a:cubicBezTo>
                <a:cubicBezTo>
                  <a:pt x="13623" y="8794"/>
                  <a:pt x="13907" y="9969"/>
                  <a:pt x="14267" y="11126"/>
                </a:cubicBezTo>
                <a:cubicBezTo>
                  <a:pt x="14608" y="12244"/>
                  <a:pt x="15044" y="13344"/>
                  <a:pt x="15442" y="14443"/>
                </a:cubicBezTo>
                <a:cubicBezTo>
                  <a:pt x="15879" y="15524"/>
                  <a:pt x="16182" y="16642"/>
                  <a:pt x="16333" y="17799"/>
                </a:cubicBezTo>
                <a:cubicBezTo>
                  <a:pt x="16409" y="18329"/>
                  <a:pt x="16390" y="18879"/>
                  <a:pt x="16296" y="19410"/>
                </a:cubicBezTo>
                <a:cubicBezTo>
                  <a:pt x="16277" y="19618"/>
                  <a:pt x="16144" y="19789"/>
                  <a:pt x="15973" y="19884"/>
                </a:cubicBezTo>
                <a:cubicBezTo>
                  <a:pt x="15943" y="19889"/>
                  <a:pt x="15912" y="19892"/>
                  <a:pt x="15882" y="19892"/>
                </a:cubicBezTo>
                <a:cubicBezTo>
                  <a:pt x="15710" y="19892"/>
                  <a:pt x="15558" y="19802"/>
                  <a:pt x="15461" y="19656"/>
                </a:cubicBezTo>
                <a:cubicBezTo>
                  <a:pt x="15329" y="19467"/>
                  <a:pt x="15215" y="19258"/>
                  <a:pt x="15139" y="19031"/>
                </a:cubicBezTo>
                <a:cubicBezTo>
                  <a:pt x="15025" y="18746"/>
                  <a:pt x="14912" y="18481"/>
                  <a:pt x="14817" y="18197"/>
                </a:cubicBezTo>
                <a:cubicBezTo>
                  <a:pt x="14608" y="17628"/>
                  <a:pt x="14419" y="17059"/>
                  <a:pt x="14248" y="16491"/>
                </a:cubicBezTo>
                <a:cubicBezTo>
                  <a:pt x="13888" y="15353"/>
                  <a:pt x="13566" y="14178"/>
                  <a:pt x="13300" y="13003"/>
                </a:cubicBezTo>
                <a:cubicBezTo>
                  <a:pt x="13073" y="12017"/>
                  <a:pt x="12921" y="11031"/>
                  <a:pt x="12694" y="10045"/>
                </a:cubicBezTo>
                <a:cubicBezTo>
                  <a:pt x="12334" y="8377"/>
                  <a:pt x="11822" y="6576"/>
                  <a:pt x="10590" y="5306"/>
                </a:cubicBezTo>
                <a:cubicBezTo>
                  <a:pt x="10305" y="5022"/>
                  <a:pt x="9983" y="4756"/>
                  <a:pt x="9623" y="4548"/>
                </a:cubicBezTo>
                <a:cubicBezTo>
                  <a:pt x="9603" y="4534"/>
                  <a:pt x="9580" y="4528"/>
                  <a:pt x="9558" y="4528"/>
                </a:cubicBezTo>
                <a:cubicBezTo>
                  <a:pt x="9517" y="4528"/>
                  <a:pt x="9477" y="4549"/>
                  <a:pt x="9452" y="4586"/>
                </a:cubicBezTo>
                <a:cubicBezTo>
                  <a:pt x="8978" y="5458"/>
                  <a:pt x="9016" y="6481"/>
                  <a:pt x="9168" y="7448"/>
                </a:cubicBezTo>
                <a:cubicBezTo>
                  <a:pt x="9338" y="8510"/>
                  <a:pt x="9604" y="9571"/>
                  <a:pt x="9869" y="10633"/>
                </a:cubicBezTo>
                <a:cubicBezTo>
                  <a:pt x="10438" y="12832"/>
                  <a:pt x="11101" y="14993"/>
                  <a:pt x="11879" y="17135"/>
                </a:cubicBezTo>
                <a:cubicBezTo>
                  <a:pt x="12182" y="18007"/>
                  <a:pt x="12618" y="19182"/>
                  <a:pt x="11784" y="19922"/>
                </a:cubicBezTo>
                <a:cubicBezTo>
                  <a:pt x="11612" y="20082"/>
                  <a:pt x="11386" y="20166"/>
                  <a:pt x="11158" y="20166"/>
                </a:cubicBezTo>
                <a:cubicBezTo>
                  <a:pt x="11008" y="20166"/>
                  <a:pt x="10858" y="20130"/>
                  <a:pt x="10722" y="20055"/>
                </a:cubicBezTo>
                <a:cubicBezTo>
                  <a:pt x="10400" y="19827"/>
                  <a:pt x="10172" y="19524"/>
                  <a:pt x="10021" y="19182"/>
                </a:cubicBezTo>
                <a:cubicBezTo>
                  <a:pt x="9831" y="18784"/>
                  <a:pt x="9699" y="18367"/>
                  <a:pt x="9585" y="17950"/>
                </a:cubicBezTo>
                <a:lnTo>
                  <a:pt x="9111" y="16244"/>
                </a:lnTo>
                <a:lnTo>
                  <a:pt x="8125" y="12832"/>
                </a:lnTo>
                <a:cubicBezTo>
                  <a:pt x="7822" y="11732"/>
                  <a:pt x="7519" y="10614"/>
                  <a:pt x="7177" y="9514"/>
                </a:cubicBezTo>
                <a:cubicBezTo>
                  <a:pt x="6950" y="8737"/>
                  <a:pt x="6665" y="7903"/>
                  <a:pt x="6059" y="7353"/>
                </a:cubicBezTo>
                <a:cubicBezTo>
                  <a:pt x="5907" y="7221"/>
                  <a:pt x="5737" y="7107"/>
                  <a:pt x="5547" y="7012"/>
                </a:cubicBezTo>
                <a:cubicBezTo>
                  <a:pt x="5534" y="7008"/>
                  <a:pt x="5519" y="7005"/>
                  <a:pt x="5505" y="7005"/>
                </a:cubicBezTo>
                <a:cubicBezTo>
                  <a:pt x="5457" y="7005"/>
                  <a:pt x="5410" y="7030"/>
                  <a:pt x="5395" y="7088"/>
                </a:cubicBezTo>
                <a:cubicBezTo>
                  <a:pt x="5054" y="9041"/>
                  <a:pt x="5661" y="10936"/>
                  <a:pt x="6305" y="12775"/>
                </a:cubicBezTo>
                <a:cubicBezTo>
                  <a:pt x="6628" y="13723"/>
                  <a:pt x="6988" y="14671"/>
                  <a:pt x="7253" y="15638"/>
                </a:cubicBezTo>
                <a:cubicBezTo>
                  <a:pt x="7386" y="16093"/>
                  <a:pt x="7481" y="16566"/>
                  <a:pt x="7537" y="17059"/>
                </a:cubicBezTo>
                <a:cubicBezTo>
                  <a:pt x="7556" y="17457"/>
                  <a:pt x="7481" y="17969"/>
                  <a:pt x="7064" y="18121"/>
                </a:cubicBezTo>
                <a:cubicBezTo>
                  <a:pt x="6994" y="18147"/>
                  <a:pt x="6924" y="18158"/>
                  <a:pt x="6855" y="18158"/>
                </a:cubicBezTo>
                <a:cubicBezTo>
                  <a:pt x="6568" y="18158"/>
                  <a:pt x="6295" y="17959"/>
                  <a:pt x="6097" y="17761"/>
                </a:cubicBezTo>
                <a:cubicBezTo>
                  <a:pt x="5774" y="17438"/>
                  <a:pt x="5547" y="17059"/>
                  <a:pt x="5376" y="16642"/>
                </a:cubicBezTo>
                <a:cubicBezTo>
                  <a:pt x="4959" y="15619"/>
                  <a:pt x="4561" y="14595"/>
                  <a:pt x="4182" y="13571"/>
                </a:cubicBezTo>
                <a:cubicBezTo>
                  <a:pt x="3405" y="11505"/>
                  <a:pt x="2703" y="9401"/>
                  <a:pt x="2059" y="7278"/>
                </a:cubicBezTo>
                <a:cubicBezTo>
                  <a:pt x="1414" y="5154"/>
                  <a:pt x="846" y="3012"/>
                  <a:pt x="334" y="851"/>
                </a:cubicBezTo>
                <a:cubicBezTo>
                  <a:pt x="277" y="586"/>
                  <a:pt x="220" y="320"/>
                  <a:pt x="163" y="55"/>
                </a:cubicBezTo>
                <a:cubicBezTo>
                  <a:pt x="156" y="17"/>
                  <a:pt x="126" y="0"/>
                  <a:pt x="95" y="0"/>
                </a:cubicBezTo>
                <a:close/>
              </a:path>
            </a:pathLst>
          </a:custGeom>
          <a:solidFill>
            <a:srgbClr val="3C8D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6" Type="http://schemas.openxmlformats.org/officeDocument/2006/relationships/theme" Target="../theme/theme1.xml"/><Relationship Id="rId35" Type="http://schemas.openxmlformats.org/officeDocument/2006/relationships/image" Target="../media/image23.jpeg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5"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verpass Black"/>
              <a:buNone/>
              <a:defRPr sz="3000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verpass Black"/>
              <a:buNone/>
              <a:defRPr sz="3000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verpass Black"/>
              <a:buNone/>
              <a:defRPr sz="3000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verpass Black"/>
              <a:buNone/>
              <a:defRPr sz="3000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verpass Black"/>
              <a:buNone/>
              <a:defRPr sz="3000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verpass Black"/>
              <a:buNone/>
              <a:defRPr sz="3000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verpass Black"/>
              <a:buNone/>
              <a:defRPr sz="3000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verpass Black"/>
              <a:buNone/>
              <a:defRPr sz="3000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verpass Black"/>
              <a:buNone/>
              <a:defRPr sz="3000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 panose="020B0606030504020204"/>
              <a:buChar char="●"/>
              <a:defRPr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 panose="020B0606030504020204"/>
              <a:buChar char="○"/>
              <a:defRPr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 panose="020B0606030504020204"/>
              <a:buChar char="■"/>
              <a:defRPr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 panose="020B0606030504020204"/>
              <a:buChar char="●"/>
              <a:defRPr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 panose="020B0606030504020204"/>
              <a:buChar char="○"/>
              <a:defRPr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 panose="020B0606030504020204"/>
              <a:buChar char="■"/>
              <a:defRPr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 panose="020B0606030504020204"/>
              <a:buChar char="●"/>
              <a:defRPr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 panose="020B0606030504020204"/>
              <a:buChar char="○"/>
              <a:defRPr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 panose="020B0606030504020204"/>
              <a:buChar char="■"/>
              <a:defRPr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notesSlide" Target="../notesSlides/notesSlide5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5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9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37.png"/><Relationship Id="rId2" Type="http://schemas.openxmlformats.org/officeDocument/2006/relationships/image" Target="../media/image2.png"/><Relationship Id="rId1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21.xml"/><Relationship Id="rId7" Type="http://schemas.openxmlformats.org/officeDocument/2006/relationships/image" Target="../media/image43.png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26.png"/><Relationship Id="rId1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image" Target="../media/image49.png"/><Relationship Id="rId7" Type="http://schemas.openxmlformats.org/officeDocument/2006/relationships/image" Target="../media/image48.png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25.png"/><Relationship Id="rId10" Type="http://schemas.openxmlformats.org/officeDocument/2006/relationships/notesSlide" Target="../notesSlides/notesSlide13.xml"/><Relationship Id="rId1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2.jpeg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image" Target="../media/image56.png"/><Relationship Id="rId3" Type="http://schemas.openxmlformats.org/officeDocument/2006/relationships/tags" Target="../tags/tag10.xml"/><Relationship Id="rId2" Type="http://schemas.openxmlformats.org/officeDocument/2006/relationships/image" Target="../media/image55.png"/><Relationship Id="rId12" Type="http://schemas.openxmlformats.org/officeDocument/2006/relationships/notesSlide" Target="../notesSlides/notesSlide17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16.xml"/><Relationship Id="rId1" Type="http://schemas.openxmlformats.org/officeDocument/2006/relationships/tags" Target="../tags/tag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4.png"/><Relationship Id="rId1" Type="http://schemas.openxmlformats.org/officeDocument/2006/relationships/image" Target="../media/image6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5.xml"/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Relationship Id="rId3" Type="http://schemas.openxmlformats.org/officeDocument/2006/relationships/image" Target="../media/image39.png"/><Relationship Id="rId2" Type="http://schemas.openxmlformats.org/officeDocument/2006/relationships/image" Target="../media/image24.png"/><Relationship Id="rId1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2" Type="http://schemas.openxmlformats.org/officeDocument/2006/relationships/notesSlide" Target="../notesSlides/notesSlide27.xml"/><Relationship Id="rId11" Type="http://schemas.openxmlformats.org/officeDocument/2006/relationships/slideLayout" Target="../slideLayouts/slideLayout17.xml"/><Relationship Id="rId10" Type="http://schemas.openxmlformats.org/officeDocument/2006/relationships/tags" Target="../tags/tag25.xml"/><Relationship Id="rId1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5" name="Google Shape;2125;p38"/>
          <p:cNvPicPr preferRelativeResize="0"/>
          <p:nvPr/>
        </p:nvPicPr>
        <p:blipFill>
          <a:blip r:embed="rId1">
            <a:alphaModFix amt="74000"/>
          </a:blip>
          <a:stretch>
            <a:fillRect/>
          </a:stretch>
        </p:blipFill>
        <p:spPr>
          <a:xfrm rot="9461196">
            <a:off x="1917996" y="2388117"/>
            <a:ext cx="2894873" cy="2593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6" name="Google Shape;2126;p38"/>
          <p:cNvPicPr preferRelativeResize="0"/>
          <p:nvPr/>
        </p:nvPicPr>
        <p:blipFill>
          <a:blip r:embed="rId2">
            <a:alphaModFix amt="74000"/>
          </a:blip>
          <a:stretch>
            <a:fillRect/>
          </a:stretch>
        </p:blipFill>
        <p:spPr>
          <a:xfrm rot="1377427">
            <a:off x="4764679" y="752254"/>
            <a:ext cx="2894876" cy="2593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7" name="Google Shape;2127;p38"/>
          <p:cNvPicPr preferRelativeResize="0"/>
          <p:nvPr/>
        </p:nvPicPr>
        <p:blipFill>
          <a:blip r:embed="rId3">
            <a:alphaModFix amt="47000"/>
          </a:blip>
          <a:stretch>
            <a:fillRect/>
          </a:stretch>
        </p:blipFill>
        <p:spPr>
          <a:xfrm>
            <a:off x="1808452" y="227299"/>
            <a:ext cx="5527099" cy="4562724"/>
          </a:xfrm>
          <a:prstGeom prst="rect">
            <a:avLst/>
          </a:prstGeom>
          <a:noFill/>
          <a:ln>
            <a:noFill/>
          </a:ln>
        </p:spPr>
      </p:pic>
      <p:sp>
        <p:nvSpPr>
          <p:cNvPr id="2128" name="Google Shape;2128;p38"/>
          <p:cNvSpPr txBox="1">
            <a:spLocks noGrp="1"/>
          </p:cNvSpPr>
          <p:nvPr>
            <p:ph type="ctrTitle"/>
          </p:nvPr>
        </p:nvSpPr>
        <p:spPr>
          <a:xfrm>
            <a:off x="1331595" y="1059815"/>
            <a:ext cx="6290945" cy="252285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/>
              <a:t>Income Prediction &amp; </a:t>
            </a:r>
            <a:r>
              <a:rPr sz="4400" b="1">
                <a:solidFill>
                  <a:srgbClr val="12384F"/>
                </a:solidFill>
                <a:sym typeface="+mn-ea"/>
              </a:rPr>
              <a:t>Workforce Analytics</a:t>
            </a:r>
            <a:br>
              <a:rPr lang="en-US" altLang="zh-CN" sz="4400"/>
            </a:br>
            <a:endParaRPr lang="en-US" altLang="zh-CN" sz="4400"/>
          </a:p>
        </p:txBody>
      </p:sp>
      <p:sp>
        <p:nvSpPr>
          <p:cNvPr id="2129" name="Google Shape;2129;p38"/>
          <p:cNvSpPr txBox="1">
            <a:spLocks noGrp="1"/>
          </p:cNvSpPr>
          <p:nvPr>
            <p:ph type="subTitle" idx="1"/>
          </p:nvPr>
        </p:nvSpPr>
        <p:spPr>
          <a:xfrm>
            <a:off x="2555875" y="3147695"/>
            <a:ext cx="3948430" cy="7924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2400" b="1"/>
              <a:t>Group 3   </a:t>
            </a:r>
            <a:endParaRPr lang="en-US" altLang="en-GB" sz="2400" b="1"/>
          </a:p>
        </p:txBody>
      </p:sp>
      <p:sp>
        <p:nvSpPr>
          <p:cNvPr id="2130" name="Google Shape;2130;p38"/>
          <p:cNvSpPr/>
          <p:nvPr/>
        </p:nvSpPr>
        <p:spPr>
          <a:xfrm>
            <a:off x="-3657600" y="7305175"/>
            <a:ext cx="792600" cy="7926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" name="Google Shape;2129;p38"/>
          <p:cNvSpPr txBox="1"/>
          <p:nvPr/>
        </p:nvSpPr>
        <p:spPr>
          <a:xfrm>
            <a:off x="2845435" y="3651885"/>
            <a:ext cx="3453130" cy="492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 panose="020B0606030504020204"/>
              <a:buNone/>
              <a:defRPr sz="16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 panose="020B0606030504020204"/>
              <a:buNone/>
              <a:defRPr sz="18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 panose="020B0606030504020204"/>
              <a:buNone/>
              <a:defRPr sz="18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 panose="020B0606030504020204"/>
              <a:buNone/>
              <a:defRPr sz="18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 panose="020B0606030504020204"/>
              <a:buNone/>
              <a:defRPr sz="18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 panose="020B0606030504020204"/>
              <a:buNone/>
              <a:defRPr sz="18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 panose="020B0606030504020204"/>
              <a:buNone/>
              <a:defRPr sz="18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 panose="020B0606030504020204"/>
              <a:buNone/>
              <a:defRPr sz="18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 panose="020B0606030504020204"/>
              <a:buNone/>
              <a:defRPr sz="18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 b="1"/>
              <a:t>2026.06.30  </a:t>
            </a:r>
            <a:endParaRPr lang="en-US" altLang="en-GB" sz="18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6" name="Google Shape;2186;p43"/>
          <p:cNvSpPr txBox="1">
            <a:spLocks noGrp="1"/>
          </p:cNvSpPr>
          <p:nvPr>
            <p:ph type="title" idx="2"/>
          </p:nvPr>
        </p:nvSpPr>
        <p:spPr>
          <a:xfrm>
            <a:off x="2555830" y="1639480"/>
            <a:ext cx="3852000" cy="179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800"/>
              <a:t>0</a:t>
            </a:r>
            <a:r>
              <a:rPr lang="en-US" altLang="en-GB" sz="13800"/>
              <a:t>1</a:t>
            </a:r>
            <a:endParaRPr lang="en-US" altLang="en-GB" sz="13800"/>
          </a:p>
        </p:txBody>
      </p:sp>
      <p:sp>
        <p:nvSpPr>
          <p:cNvPr id="2187" name="Google Shape;2187;p43"/>
          <p:cNvSpPr txBox="1">
            <a:spLocks noGrp="1"/>
          </p:cNvSpPr>
          <p:nvPr>
            <p:ph type="ctrTitle"/>
          </p:nvPr>
        </p:nvSpPr>
        <p:spPr>
          <a:xfrm>
            <a:off x="2771730" y="3436246"/>
            <a:ext cx="3852000" cy="7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altLang="zh-CN" sz="2800" b="1"/>
            </a:br>
            <a:r>
              <a:rPr lang="en-US" altLang="zh-CN" sz="2800" b="1"/>
              <a:t>Introduction</a:t>
            </a:r>
            <a:br>
              <a:rPr lang="en-US" altLang="zh-CN" sz="2800" b="1"/>
            </a:br>
            <a:endParaRPr lang="en-US" altLang="zh-CN" sz="28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9" name="Google Shape;2179;p42"/>
          <p:cNvSpPr txBox="1">
            <a:spLocks noGrp="1"/>
          </p:cNvSpPr>
          <p:nvPr>
            <p:ph type="ctrTitle"/>
          </p:nvPr>
        </p:nvSpPr>
        <p:spPr>
          <a:xfrm flipH="1">
            <a:off x="467360" y="581660"/>
            <a:ext cx="2699385" cy="67373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b="1"/>
              <a:t>Introduction</a:t>
            </a:r>
            <a:endParaRPr lang="en-US" altLang="en-GB" b="1"/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3260" y="1168400"/>
            <a:ext cx="723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466B7B"/>
                </a:solidFill>
              </a:defRPr>
            </a:pPr>
            <a:r>
              <a:rPr sz="1650">
                <a:solidFill>
                  <a:srgbClr val="466B7B"/>
                </a:solidFill>
              </a:rPr>
              <a:t>Predicting whether income exceeds $50K and analyzing workforce-related income patterns.</a:t>
            </a:r>
            <a:endParaRPr sz="1650">
              <a:solidFill>
                <a:srgbClr val="466B7B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3260" y="1995805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D5F85"/>
                </a:solidFill>
              </a:defRPr>
            </a:pPr>
            <a:r>
              <a:rPr sz="1800" b="1">
                <a:solidFill>
                  <a:srgbClr val="0D5F85"/>
                </a:solidFill>
              </a:rPr>
              <a:t>Why it matters</a:t>
            </a:r>
            <a:endParaRPr sz="1800" b="1">
              <a:solidFill>
                <a:srgbClr val="0D5F85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3260" y="251841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23495C"/>
                </a:solidFill>
              </a:defRPr>
            </a:pPr>
            <a:r>
              <a:rPr sz="1500">
                <a:solidFill>
                  <a:srgbClr val="23495C"/>
                </a:solidFill>
              </a:rPr>
              <a:t>• Supports data-driven workforce planning</a:t>
            </a:r>
            <a:endParaRPr sz="1500">
              <a:solidFill>
                <a:srgbClr val="23495C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3260" y="286004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23495C"/>
                </a:solidFill>
              </a:defRPr>
            </a:pPr>
            <a:r>
              <a:rPr sz="1500">
                <a:solidFill>
                  <a:srgbClr val="23495C"/>
                </a:solidFill>
              </a:rPr>
              <a:t>• Highlights factors linked with income</a:t>
            </a:r>
            <a:endParaRPr sz="1500">
              <a:solidFill>
                <a:srgbClr val="23495C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3260" y="320167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23495C"/>
                </a:solidFill>
              </a:defRPr>
            </a:pPr>
            <a:r>
              <a:rPr sz="1500">
                <a:solidFill>
                  <a:srgbClr val="23495C"/>
                </a:solidFill>
              </a:rPr>
              <a:t>• Raises fairness questions around demographic disparities</a:t>
            </a:r>
            <a:endParaRPr sz="1500">
              <a:solidFill>
                <a:srgbClr val="23495C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3260" y="370522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D5F85"/>
                </a:solidFill>
              </a:defRPr>
            </a:pPr>
            <a:r>
              <a:rPr sz="1800" b="1">
                <a:solidFill>
                  <a:srgbClr val="0D5F85"/>
                </a:solidFill>
              </a:rPr>
              <a:t>Project workflow</a:t>
            </a:r>
            <a:endParaRPr sz="1800" b="1">
              <a:solidFill>
                <a:srgbClr val="0D5F85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779780" y="4299585"/>
            <a:ext cx="1276350" cy="400050"/>
          </a:xfrm>
          <a:prstGeom prst="roundRect">
            <a:avLst>
              <a:gd name="adj" fmla="val 28571"/>
            </a:avLst>
          </a:prstGeom>
          <a:solidFill>
            <a:srgbClr val="EAF8FB"/>
          </a:solidFill>
          <a:ln w="9525">
            <a:solidFill>
              <a:srgbClr val="90C7D8"/>
            </a:solidFill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7405C"/>
                </a:solidFill>
              </a:defRPr>
            </a:pPr>
            <a:r>
              <a:rPr sz="1275" b="1">
                <a:solidFill>
                  <a:srgbClr val="17405C"/>
                </a:solidFill>
              </a:rPr>
              <a:t>Data</a:t>
            </a:r>
            <a:endParaRPr sz="1275" b="1">
              <a:solidFill>
                <a:srgbClr val="17405C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32330" y="4318635"/>
            <a:ext cx="361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5AA9BF"/>
                </a:solidFill>
              </a:defRPr>
            </a:pPr>
            <a:r>
              <a:rPr sz="2100" b="1">
                <a:solidFill>
                  <a:srgbClr val="5AA9BF"/>
                </a:solidFill>
              </a:rPr>
              <a:t>→</a:t>
            </a:r>
            <a:endParaRPr sz="2100" b="1">
              <a:solidFill>
                <a:srgbClr val="5AA9BF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2513330" y="4299585"/>
            <a:ext cx="1276350" cy="400050"/>
          </a:xfrm>
          <a:prstGeom prst="roundRect">
            <a:avLst>
              <a:gd name="adj" fmla="val 28571"/>
            </a:avLst>
          </a:prstGeom>
          <a:solidFill>
            <a:srgbClr val="F2FBFA"/>
          </a:solidFill>
          <a:ln w="9525">
            <a:solidFill>
              <a:srgbClr val="90C7D8"/>
            </a:solidFill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7405C"/>
                </a:solidFill>
              </a:defRPr>
            </a:pPr>
            <a:r>
              <a:rPr sz="1275" b="1">
                <a:solidFill>
                  <a:srgbClr val="17405C"/>
                </a:solidFill>
              </a:rPr>
              <a:t>Cleaning</a:t>
            </a:r>
            <a:endParaRPr sz="1275" b="1">
              <a:solidFill>
                <a:srgbClr val="17405C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865880" y="4299585"/>
            <a:ext cx="361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5AA9BF"/>
                </a:solidFill>
              </a:defRPr>
            </a:pPr>
            <a:r>
              <a:rPr sz="2100" b="1">
                <a:solidFill>
                  <a:srgbClr val="5AA9BF"/>
                </a:solidFill>
              </a:rPr>
              <a:t>→</a:t>
            </a:r>
            <a:endParaRPr sz="2100" b="1">
              <a:solidFill>
                <a:srgbClr val="5AA9B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4246880" y="4299585"/>
            <a:ext cx="1276350" cy="400050"/>
          </a:xfrm>
          <a:prstGeom prst="roundRect">
            <a:avLst>
              <a:gd name="adj" fmla="val 28571"/>
            </a:avLst>
          </a:prstGeom>
          <a:solidFill>
            <a:srgbClr val="EAF8FB"/>
          </a:solidFill>
          <a:ln w="9525">
            <a:solidFill>
              <a:srgbClr val="90C7D8"/>
            </a:solidFill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7405C"/>
                </a:solidFill>
              </a:defRPr>
            </a:pPr>
            <a:r>
              <a:rPr sz="1275" b="1">
                <a:solidFill>
                  <a:srgbClr val="17405C"/>
                </a:solidFill>
              </a:rPr>
              <a:t>EDA</a:t>
            </a:r>
            <a:endParaRPr sz="1275" b="1">
              <a:solidFill>
                <a:srgbClr val="17405C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570855" y="4298950"/>
            <a:ext cx="361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5AA9BF"/>
                </a:solidFill>
              </a:defRPr>
            </a:pPr>
            <a:r>
              <a:rPr sz="2100" b="1">
                <a:solidFill>
                  <a:srgbClr val="5AA9BF"/>
                </a:solidFill>
              </a:rPr>
              <a:t>→</a:t>
            </a:r>
            <a:endParaRPr sz="2100" b="1">
              <a:solidFill>
                <a:srgbClr val="5AA9BF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5980430" y="4299585"/>
            <a:ext cx="1276350" cy="400050"/>
          </a:xfrm>
          <a:prstGeom prst="roundRect">
            <a:avLst>
              <a:gd name="adj" fmla="val 28571"/>
            </a:avLst>
          </a:prstGeom>
          <a:solidFill>
            <a:srgbClr val="F2FBFA"/>
          </a:solidFill>
          <a:ln w="9525">
            <a:solidFill>
              <a:srgbClr val="90C7D8"/>
            </a:solidFill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7405C"/>
                </a:solidFill>
              </a:defRPr>
            </a:pPr>
            <a:r>
              <a:rPr sz="1275" b="1">
                <a:solidFill>
                  <a:srgbClr val="17405C"/>
                </a:solidFill>
              </a:rPr>
              <a:t>Modeling</a:t>
            </a:r>
            <a:endParaRPr sz="1275" b="1">
              <a:solidFill>
                <a:srgbClr val="17405C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304405" y="4299585"/>
            <a:ext cx="361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5AA9BF"/>
                </a:solidFill>
              </a:defRPr>
            </a:pPr>
            <a:r>
              <a:rPr sz="2100" b="1">
                <a:solidFill>
                  <a:srgbClr val="5AA9BF"/>
                </a:solidFill>
              </a:rPr>
              <a:t>→</a:t>
            </a:r>
            <a:endParaRPr sz="2100" b="1">
              <a:solidFill>
                <a:srgbClr val="5AA9BF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7713980" y="4299585"/>
            <a:ext cx="1276350" cy="400050"/>
          </a:xfrm>
          <a:prstGeom prst="roundRect">
            <a:avLst>
              <a:gd name="adj" fmla="val 28571"/>
            </a:avLst>
          </a:prstGeom>
          <a:solidFill>
            <a:srgbClr val="EAF8FB"/>
          </a:solidFill>
          <a:ln w="9525">
            <a:solidFill>
              <a:srgbClr val="90C7D8"/>
            </a:solidFill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7405C"/>
                </a:solidFill>
              </a:defRPr>
            </a:pPr>
            <a:r>
              <a:rPr sz="1275" b="1">
                <a:solidFill>
                  <a:srgbClr val="17405C"/>
                </a:solidFill>
              </a:rPr>
              <a:t>Deployment</a:t>
            </a:r>
            <a:endParaRPr sz="1275" b="1">
              <a:solidFill>
                <a:srgbClr val="17405C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6" name="Google Shape;2186;p43"/>
          <p:cNvSpPr txBox="1">
            <a:spLocks noGrp="1"/>
          </p:cNvSpPr>
          <p:nvPr>
            <p:ph type="title" idx="2"/>
          </p:nvPr>
        </p:nvSpPr>
        <p:spPr>
          <a:xfrm>
            <a:off x="2555830" y="1639480"/>
            <a:ext cx="3852000" cy="179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800"/>
              <a:t>0</a:t>
            </a:r>
            <a:r>
              <a:rPr lang="en-US" altLang="en-GB" sz="13800"/>
              <a:t>2</a:t>
            </a:r>
            <a:endParaRPr lang="en-US" altLang="en-GB" sz="13800"/>
          </a:p>
        </p:txBody>
      </p:sp>
      <p:sp>
        <p:nvSpPr>
          <p:cNvPr id="2187" name="Google Shape;2187;p43"/>
          <p:cNvSpPr txBox="1">
            <a:spLocks noGrp="1"/>
          </p:cNvSpPr>
          <p:nvPr>
            <p:ph type="ctrTitle"/>
          </p:nvPr>
        </p:nvSpPr>
        <p:spPr>
          <a:xfrm>
            <a:off x="2771730" y="3436246"/>
            <a:ext cx="3852000" cy="7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/>
              <a:t>Dataset Overview</a:t>
            </a:r>
            <a:endParaRPr lang="en-US" altLang="zh-CN" sz="28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" name="Google Shape;2211;p44"/>
          <p:cNvSpPr txBox="1">
            <a:spLocks noGrp="1"/>
          </p:cNvSpPr>
          <p:nvPr>
            <p:ph type="ctrTitle"/>
          </p:nvPr>
        </p:nvSpPr>
        <p:spPr>
          <a:xfrm>
            <a:off x="407035" y="339090"/>
            <a:ext cx="3677920" cy="52895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altLang="zh-CN" b="1">
                <a:solidFill>
                  <a:schemeClr val="dk2"/>
                </a:solidFill>
              </a:rPr>
            </a:br>
            <a:r>
              <a:rPr lang="en-US" altLang="zh-CN" b="1">
                <a:solidFill>
                  <a:schemeClr val="dk2"/>
                </a:solidFill>
              </a:rPr>
              <a:t>Dataset Overview</a:t>
            </a:r>
            <a:br>
              <a:rPr lang="en-US" altLang="zh-CN" b="1">
                <a:solidFill>
                  <a:schemeClr val="dk2"/>
                </a:solidFill>
              </a:rPr>
            </a:br>
            <a:endParaRPr lang="en-US" altLang="zh-CN" b="1">
              <a:solidFill>
                <a:schemeClr val="dk2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3260" y="868045"/>
            <a:ext cx="647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527485"/>
                </a:solidFill>
              </a:defRPr>
            </a:pPr>
            <a:r>
              <a:rPr sz="1425">
                <a:solidFill>
                  <a:srgbClr val="527485"/>
                </a:solidFill>
              </a:rPr>
              <a:t>UCI Adult Income Dataset · cleaned modeling table</a:t>
            </a:r>
            <a:endParaRPr sz="1425">
              <a:solidFill>
                <a:srgbClr val="527485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704215" y="1333500"/>
            <a:ext cx="180975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B8DC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矩形 5"/>
          <p:cNvSpPr>
            <a:spLocks noGrp="1"/>
          </p:cNvSpPr>
          <p:nvPr/>
        </p:nvSpPr>
        <p:spPr>
          <a:xfrm>
            <a:off x="875665" y="1485900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D5F85"/>
                </a:solidFill>
              </a:defRPr>
            </a:pPr>
            <a:r>
              <a:rPr sz="2100" b="1">
                <a:solidFill>
                  <a:srgbClr val="0D5F85"/>
                </a:solidFill>
              </a:rPr>
              <a:t>32,534</a:t>
            </a:r>
            <a:endParaRPr sz="2100" b="1">
              <a:solidFill>
                <a:srgbClr val="0D5F85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37565" y="1866900"/>
            <a:ext cx="1543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>
                <a:solidFill>
                  <a:srgbClr val="4D7183"/>
                </a:solidFill>
              </a:defRPr>
            </a:pPr>
            <a:r>
              <a:rPr sz="1050">
                <a:solidFill>
                  <a:srgbClr val="4D7183"/>
                </a:solidFill>
              </a:rPr>
              <a:t>cleaned records</a:t>
            </a:r>
            <a:endParaRPr sz="1050">
              <a:solidFill>
                <a:srgbClr val="4D7183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2761615" y="1333500"/>
            <a:ext cx="180975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B8DC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" name="矩形 8"/>
          <p:cNvSpPr>
            <a:spLocks noGrp="1"/>
          </p:cNvSpPr>
          <p:nvPr/>
        </p:nvSpPr>
        <p:spPr>
          <a:xfrm>
            <a:off x="2933065" y="1485900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D5F85"/>
                </a:solidFill>
              </a:defRPr>
            </a:pPr>
            <a:r>
              <a:rPr sz="2100" b="1">
                <a:solidFill>
                  <a:srgbClr val="0D5F85"/>
                </a:solidFill>
              </a:rPr>
              <a:t>12</a:t>
            </a:r>
            <a:endParaRPr sz="2100" b="1">
              <a:solidFill>
                <a:srgbClr val="0D5F85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894965" y="1866900"/>
            <a:ext cx="1543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>
                <a:solidFill>
                  <a:srgbClr val="4D7183"/>
                </a:solidFill>
              </a:defRPr>
            </a:pPr>
            <a:r>
              <a:rPr sz="1050">
                <a:solidFill>
                  <a:srgbClr val="4D7183"/>
                </a:solidFill>
              </a:rPr>
              <a:t>predictor features</a:t>
            </a:r>
            <a:endParaRPr sz="1050">
              <a:solidFill>
                <a:srgbClr val="4D7183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819015" y="1333500"/>
            <a:ext cx="180975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B8DC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4990465" y="1485900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D5F85"/>
                </a:solidFill>
              </a:defRPr>
            </a:pPr>
            <a:r>
              <a:rPr sz="2100" b="1">
                <a:solidFill>
                  <a:srgbClr val="0D5F85"/>
                </a:solidFill>
              </a:rPr>
              <a:t>2</a:t>
            </a:r>
            <a:endParaRPr sz="2100" b="1">
              <a:solidFill>
                <a:srgbClr val="0D5F85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952365" y="1866900"/>
            <a:ext cx="1543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>
                <a:solidFill>
                  <a:srgbClr val="4D7183"/>
                </a:solidFill>
              </a:defRPr>
            </a:pPr>
            <a:r>
              <a:rPr sz="1050">
                <a:solidFill>
                  <a:srgbClr val="4D7183"/>
                </a:solidFill>
              </a:rPr>
              <a:t>target classes</a:t>
            </a:r>
            <a:endParaRPr sz="1050">
              <a:solidFill>
                <a:srgbClr val="4D7183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876415" y="1333500"/>
            <a:ext cx="180975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B8DC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5" name="矩形 14"/>
          <p:cNvSpPr>
            <a:spLocks noGrp="1"/>
          </p:cNvSpPr>
          <p:nvPr/>
        </p:nvSpPr>
        <p:spPr>
          <a:xfrm>
            <a:off x="7047865" y="1485900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D5F85"/>
                </a:solidFill>
              </a:defRPr>
            </a:pPr>
            <a:r>
              <a:rPr sz="2100" b="1">
                <a:solidFill>
                  <a:srgbClr val="0D5F85"/>
                </a:solidFill>
              </a:rPr>
              <a:t>24.1%</a:t>
            </a:r>
            <a:endParaRPr sz="2100" b="1">
              <a:solidFill>
                <a:srgbClr val="0D5F85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009765" y="1866900"/>
            <a:ext cx="1543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>
                <a:solidFill>
                  <a:srgbClr val="4D7183"/>
                </a:solidFill>
              </a:defRPr>
            </a:pPr>
            <a:r>
              <a:rPr sz="1050">
                <a:solidFill>
                  <a:srgbClr val="4D7183"/>
                </a:solidFill>
              </a:rPr>
              <a:t>&gt;50K class rate</a:t>
            </a:r>
            <a:endParaRPr sz="1050">
              <a:solidFill>
                <a:srgbClr val="4D7183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95325" y="255016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D5F85"/>
                </a:solidFill>
              </a:defRPr>
            </a:pPr>
            <a:r>
              <a:rPr sz="1650" b="1">
                <a:solidFill>
                  <a:srgbClr val="0D5F85"/>
                </a:solidFill>
              </a:rPr>
              <a:t>Main features</a:t>
            </a:r>
            <a:endParaRPr sz="1650" b="1">
              <a:solidFill>
                <a:srgbClr val="0D5F85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09625" y="298831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7405C"/>
                </a:solidFill>
              </a:defRPr>
            </a:pPr>
            <a:r>
              <a:rPr sz="1350" b="1">
                <a:solidFill>
                  <a:srgbClr val="17405C"/>
                </a:solidFill>
              </a:rPr>
              <a:t>Demographic</a:t>
            </a:r>
            <a:endParaRPr sz="1350" b="1">
              <a:solidFill>
                <a:srgbClr val="17405C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09625" y="344551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7405C"/>
                </a:solidFill>
              </a:defRPr>
            </a:pPr>
            <a:r>
              <a:rPr sz="1350" b="1">
                <a:solidFill>
                  <a:srgbClr val="17405C"/>
                </a:solidFill>
              </a:rPr>
              <a:t>Education &amp; Work</a:t>
            </a:r>
            <a:endParaRPr sz="1350" b="1">
              <a:solidFill>
                <a:srgbClr val="17405C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09625" y="390271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7405C"/>
                </a:solidFill>
              </a:defRPr>
            </a:pPr>
            <a:r>
              <a:rPr sz="1350" b="1">
                <a:solidFill>
                  <a:srgbClr val="17405C"/>
                </a:solidFill>
              </a:rPr>
              <a:t>Household</a:t>
            </a:r>
            <a:endParaRPr sz="1350" b="1">
              <a:solidFill>
                <a:srgbClr val="17405C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09625" y="4359910"/>
            <a:ext cx="2872740" cy="41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7405C"/>
                </a:solidFill>
              </a:defRPr>
            </a:pPr>
            <a:r>
              <a:rPr sz="1350" b="1">
                <a:solidFill>
                  <a:srgbClr val="17405C"/>
                </a:solidFill>
              </a:rPr>
              <a:t>Employment Signals</a:t>
            </a:r>
            <a:endParaRPr sz="1350" b="1">
              <a:solidFill>
                <a:srgbClr val="17405C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2767330" y="3007995"/>
            <a:ext cx="2971800" cy="260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96A79"/>
                </a:solidFill>
              </a:defRPr>
            </a:pPr>
            <a:r>
              <a:rPr sz="1350">
                <a:solidFill>
                  <a:srgbClr val="496A79"/>
                </a:solidFill>
              </a:rPr>
              <a:t>age, race, sex, native_country</a:t>
            </a:r>
            <a:endParaRPr sz="1350">
              <a:solidFill>
                <a:srgbClr val="496A79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761615" y="3440430"/>
            <a:ext cx="447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96A79"/>
                </a:solidFill>
              </a:defRPr>
            </a:pPr>
            <a:r>
              <a:rPr sz="1350">
                <a:solidFill>
                  <a:srgbClr val="496A79"/>
                </a:solidFill>
              </a:rPr>
              <a:t>education, occupation, workclass</a:t>
            </a:r>
            <a:endParaRPr sz="1350">
              <a:solidFill>
                <a:srgbClr val="496A79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2771775" y="3867785"/>
            <a:ext cx="447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96A79"/>
                </a:solidFill>
              </a:defRPr>
            </a:pPr>
            <a:r>
              <a:rPr sz="1350">
                <a:solidFill>
                  <a:srgbClr val="496A79"/>
                </a:solidFill>
              </a:rPr>
              <a:t>marital_status, relationship</a:t>
            </a:r>
            <a:endParaRPr sz="1350">
              <a:solidFill>
                <a:srgbClr val="496A79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2767330" y="4354830"/>
            <a:ext cx="447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96A79"/>
                </a:solidFill>
              </a:defRPr>
            </a:pPr>
            <a:r>
              <a:rPr sz="1350">
                <a:solidFill>
                  <a:srgbClr val="496A79"/>
                </a:solidFill>
              </a:rPr>
              <a:t>hours_per_week, capital gain/loss flags</a:t>
            </a:r>
            <a:endParaRPr sz="1350">
              <a:solidFill>
                <a:srgbClr val="496A79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718175" y="3384550"/>
            <a:ext cx="3415030" cy="7512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66B7B"/>
                </a:solidFill>
              </a:defRPr>
            </a:pPr>
            <a:r>
              <a:rPr sz="1350" b="1">
                <a:solidFill>
                  <a:srgbClr val="466B7B"/>
                </a:solidFill>
              </a:rPr>
              <a:t>Target variable: </a:t>
            </a:r>
            <a:endParaRPr sz="1350" b="1">
              <a:solidFill>
                <a:srgbClr val="466B7B"/>
              </a:solidFill>
            </a:endParaRPr>
          </a:p>
          <a:p>
            <a:pPr>
              <a:defRPr sz="1350">
                <a:solidFill>
                  <a:srgbClr val="466B7B"/>
                </a:solidFill>
              </a:defRPr>
            </a:pPr>
            <a:r>
              <a:rPr sz="1350" b="1">
                <a:solidFill>
                  <a:srgbClr val="466B7B"/>
                </a:solidFill>
              </a:rPr>
              <a:t>whether </a:t>
            </a:r>
            <a:r>
              <a:rPr sz="1400" b="1">
                <a:solidFill>
                  <a:srgbClr val="466B7B"/>
                </a:solidFill>
              </a:rPr>
              <a:t>annual </a:t>
            </a:r>
            <a:r>
              <a:rPr sz="1350" b="1">
                <a:solidFill>
                  <a:srgbClr val="466B7B"/>
                </a:solidFill>
              </a:rPr>
              <a:t>income exceeds $50K</a:t>
            </a:r>
            <a:r>
              <a:rPr sz="1350">
                <a:solidFill>
                  <a:srgbClr val="466B7B"/>
                </a:solidFill>
              </a:rPr>
              <a:t>.</a:t>
            </a:r>
            <a:endParaRPr sz="1350">
              <a:solidFill>
                <a:srgbClr val="466B7B"/>
              </a:solidFill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5682615" y="3168650"/>
            <a:ext cx="3450590" cy="1025525"/>
          </a:xfrm>
          <a:prstGeom prst="roundRect">
            <a:avLst/>
          </a:prstGeom>
          <a:noFill/>
          <a:ln>
            <a:solidFill>
              <a:schemeClr val="bg2">
                <a:lumMod val="20000"/>
                <a:lumOff val="8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" name="Google Shape;2185;p43"/>
          <p:cNvSpPr txBox="1">
            <a:spLocks noGrp="1"/>
          </p:cNvSpPr>
          <p:nvPr>
            <p:ph type="subTitle" idx="1"/>
          </p:nvPr>
        </p:nvSpPr>
        <p:spPr>
          <a:xfrm>
            <a:off x="2646000" y="3463933"/>
            <a:ext cx="3852000" cy="86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zh-CN" altLang="zh-CN" dirty="0"/>
              <a:t>Transforming raw census data into reliable, modeling-ready features</a:t>
            </a:r>
            <a:endParaRPr b="1" dirty="0"/>
          </a:p>
        </p:txBody>
      </p:sp>
      <p:sp>
        <p:nvSpPr>
          <p:cNvPr id="2186" name="Google Shape;2186;p43"/>
          <p:cNvSpPr txBox="1">
            <a:spLocks noGrp="1"/>
          </p:cNvSpPr>
          <p:nvPr>
            <p:ph type="title" idx="2"/>
          </p:nvPr>
        </p:nvSpPr>
        <p:spPr>
          <a:xfrm>
            <a:off x="2646000" y="1012100"/>
            <a:ext cx="3852000" cy="179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800" dirty="0"/>
              <a:t>0</a:t>
            </a:r>
            <a:r>
              <a:rPr lang="en-US" altLang="zh-CN" sz="13800" dirty="0"/>
              <a:t>3</a:t>
            </a:r>
            <a:endParaRPr lang="en-GB" sz="13800" dirty="0"/>
          </a:p>
        </p:txBody>
      </p:sp>
      <p:sp>
        <p:nvSpPr>
          <p:cNvPr id="2187" name="Google Shape;2187;p43"/>
          <p:cNvSpPr txBox="1">
            <a:spLocks noGrp="1"/>
          </p:cNvSpPr>
          <p:nvPr>
            <p:ph type="ctrTitle"/>
          </p:nvPr>
        </p:nvSpPr>
        <p:spPr>
          <a:xfrm>
            <a:off x="2646000" y="2594236"/>
            <a:ext cx="3852000" cy="7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zh-CN" altLang="zh-CN" dirty="0"/>
              <a:t>Data Cleaning and Feature Engineering</a:t>
            </a:r>
            <a:endParaRPr lang="en-GB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2398;p51"/>
          <p:cNvPicPr preferRelativeResize="0"/>
          <p:nvPr/>
        </p:nvPicPr>
        <p:blipFill>
          <a:blip r:embed="rId1">
            <a:alphaModFix amt="52000"/>
          </a:blip>
          <a:stretch>
            <a:fillRect/>
          </a:stretch>
        </p:blipFill>
        <p:spPr>
          <a:xfrm rot="-531200" flipH="1">
            <a:off x="392001" y="2988022"/>
            <a:ext cx="1853454" cy="524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2399;p51"/>
          <p:cNvPicPr preferRelativeResize="0"/>
          <p:nvPr/>
        </p:nvPicPr>
        <p:blipFill>
          <a:blip r:embed="rId2">
            <a:alphaModFix amt="52000"/>
          </a:blip>
          <a:stretch>
            <a:fillRect/>
          </a:stretch>
        </p:blipFill>
        <p:spPr>
          <a:xfrm rot="-460491" flipH="1">
            <a:off x="439350" y="1064348"/>
            <a:ext cx="1736745" cy="582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2397;p51"/>
          <p:cNvPicPr preferRelativeResize="0"/>
          <p:nvPr/>
        </p:nvPicPr>
        <p:blipFill>
          <a:blip r:embed="rId3">
            <a:alphaModFix amt="52000"/>
          </a:blip>
          <a:stretch>
            <a:fillRect/>
          </a:stretch>
        </p:blipFill>
        <p:spPr>
          <a:xfrm rot="-531200" flipH="1">
            <a:off x="437830" y="2052131"/>
            <a:ext cx="1739785" cy="519058"/>
          </a:xfrm>
          <a:prstGeom prst="rect">
            <a:avLst/>
          </a:prstGeom>
          <a:noFill/>
          <a:ln>
            <a:noFill/>
          </a:ln>
        </p:spPr>
      </p:pic>
      <p:sp>
        <p:nvSpPr>
          <p:cNvPr id="2216" name="Google Shape;2216;p45"/>
          <p:cNvSpPr txBox="1">
            <a:spLocks noGrp="1"/>
          </p:cNvSpPr>
          <p:nvPr>
            <p:ph type="ctrTitle" idx="6"/>
          </p:nvPr>
        </p:nvSpPr>
        <p:spPr>
          <a:xfrm>
            <a:off x="736646" y="373025"/>
            <a:ext cx="7672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zh-CN" altLang="zh-CN" dirty="0"/>
              <a:t>Data Quality Assessment</a:t>
            </a:r>
            <a:endParaRPr lang="en-GB" dirty="0"/>
          </a:p>
        </p:txBody>
      </p:sp>
      <p:sp>
        <p:nvSpPr>
          <p:cNvPr id="2217" name="Google Shape;2217;p45"/>
          <p:cNvSpPr txBox="1">
            <a:spLocks noGrp="1"/>
          </p:cNvSpPr>
          <p:nvPr>
            <p:ph type="title"/>
          </p:nvPr>
        </p:nvSpPr>
        <p:spPr>
          <a:xfrm>
            <a:off x="605652" y="1108405"/>
            <a:ext cx="1409417" cy="49754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zh-CN" altLang="zh-CN" dirty="0"/>
              <a:t>5.7% Missing</a:t>
            </a:r>
            <a:endParaRPr dirty="0"/>
          </a:p>
        </p:txBody>
      </p:sp>
      <p:sp>
        <p:nvSpPr>
          <p:cNvPr id="2218" name="Google Shape;2218;p45"/>
          <p:cNvSpPr txBox="1">
            <a:spLocks noGrp="1"/>
          </p:cNvSpPr>
          <p:nvPr>
            <p:ph type="subTitle" idx="1"/>
          </p:nvPr>
        </p:nvSpPr>
        <p:spPr>
          <a:xfrm>
            <a:off x="605650" y="1565409"/>
            <a:ext cx="3966350" cy="49754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/>
            <a:r>
              <a:rPr lang="zh-CN" altLang="zh-CN" dirty="0"/>
              <a:t>Occupation contained the highest proportion of missing values</a:t>
            </a:r>
            <a:r>
              <a:rPr lang="en-US" altLang="zh-CN" dirty="0"/>
              <a:t> </a:t>
            </a:r>
            <a:endParaRPr lang="en-GB" dirty="0"/>
          </a:p>
        </p:txBody>
      </p:sp>
      <p:sp>
        <p:nvSpPr>
          <p:cNvPr id="2219" name="Google Shape;2219;p45"/>
          <p:cNvSpPr txBox="1">
            <a:spLocks noGrp="1"/>
          </p:cNvSpPr>
          <p:nvPr>
            <p:ph type="title" idx="2"/>
          </p:nvPr>
        </p:nvSpPr>
        <p:spPr>
          <a:xfrm>
            <a:off x="608847" y="2094073"/>
            <a:ext cx="1409417" cy="48372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zh-CN" altLang="zh-CN" dirty="0"/>
              <a:t>5.6% Missing</a:t>
            </a:r>
            <a:endParaRPr lang="en-GB" dirty="0"/>
          </a:p>
        </p:txBody>
      </p:sp>
      <p:sp>
        <p:nvSpPr>
          <p:cNvPr id="2220" name="Google Shape;2220;p45"/>
          <p:cNvSpPr txBox="1">
            <a:spLocks noGrp="1"/>
          </p:cNvSpPr>
          <p:nvPr>
            <p:ph type="subTitle" idx="3"/>
          </p:nvPr>
        </p:nvSpPr>
        <p:spPr>
          <a:xfrm>
            <a:off x="619949" y="2476123"/>
            <a:ext cx="4256853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l"/>
            <a:r>
              <a:rPr lang="zh-CN" altLang="zh-CN" dirty="0"/>
              <a:t>Missing values in workclass required categorical imputation</a:t>
            </a:r>
            <a:endParaRPr lang="zh-CN" altLang="zh-CN" dirty="0"/>
          </a:p>
        </p:txBody>
      </p:sp>
      <p:sp>
        <p:nvSpPr>
          <p:cNvPr id="2" name="Google Shape;2220;p45"/>
          <p:cNvSpPr txBox="1"/>
          <p:nvPr/>
        </p:nvSpPr>
        <p:spPr>
          <a:xfrm>
            <a:off x="-158327" y="3914530"/>
            <a:ext cx="6152067" cy="8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 panose="020B0606030504020204"/>
              <a:buNone/>
              <a:defRPr sz="14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 panose="020B0606030504020204"/>
              <a:buNone/>
              <a:defRPr sz="14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 panose="020B0606030504020204"/>
              <a:buNone/>
              <a:defRPr sz="14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 panose="020B0606030504020204"/>
              <a:buNone/>
              <a:defRPr sz="14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 panose="020B0606030504020204"/>
              <a:buNone/>
              <a:defRPr sz="14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 panose="020B0606030504020204"/>
              <a:buNone/>
              <a:defRPr sz="14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 panose="020B0606030504020204"/>
              <a:buNone/>
              <a:defRPr sz="14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 panose="020B0606030504020204"/>
              <a:buNone/>
              <a:defRPr sz="14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 panose="020B0606030504020204"/>
              <a:buNone/>
              <a:defRPr sz="14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9pPr>
          </a:lstStyle>
          <a:p>
            <a:r>
              <a:rPr lang="zh-CN" altLang="zh-CN" dirty="0"/>
              <a:t>32,561 rows · 15 variables · 27 exact duplicates</a:t>
            </a:r>
            <a:endParaRPr lang="zh-CN" altLang="zh-CN" dirty="0"/>
          </a:p>
          <a:p>
            <a:r>
              <a:rPr lang="zh-CN" altLang="zh-CN" dirty="0"/>
              <a:t>Overall missingness was low and concentrated in categorical features.</a:t>
            </a:r>
            <a:endParaRPr lang="zh-CN" altLang="zh-CN" dirty="0"/>
          </a:p>
        </p:txBody>
      </p:sp>
      <p:sp>
        <p:nvSpPr>
          <p:cNvPr id="5" name="Google Shape;2219;p45"/>
          <p:cNvSpPr txBox="1"/>
          <p:nvPr/>
        </p:nvSpPr>
        <p:spPr>
          <a:xfrm>
            <a:off x="603015" y="3057473"/>
            <a:ext cx="1409417" cy="483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verpass Black"/>
              <a:buNone/>
              <a:defRPr sz="16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verpass Black"/>
              <a:buNone/>
              <a:defRPr sz="24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verpass Black"/>
              <a:buNone/>
              <a:defRPr sz="24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verpass Black"/>
              <a:buNone/>
              <a:defRPr sz="24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verpass Black"/>
              <a:buNone/>
              <a:defRPr sz="24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verpass Black"/>
              <a:buNone/>
              <a:defRPr sz="24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verpass Black"/>
              <a:buNone/>
              <a:defRPr sz="24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verpass Black"/>
              <a:buNone/>
              <a:defRPr sz="24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verpass Black"/>
              <a:buNone/>
              <a:defRPr sz="24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9pPr>
          </a:lstStyle>
          <a:p>
            <a:r>
              <a:rPr lang="zh-CN" altLang="zh-CN" dirty="0"/>
              <a:t>1.8% Missing</a:t>
            </a:r>
            <a:endParaRPr lang="zh-CN" altLang="zh-CN" dirty="0"/>
          </a:p>
        </p:txBody>
      </p:sp>
      <p:sp>
        <p:nvSpPr>
          <p:cNvPr id="6" name="Google Shape;2220;p45"/>
          <p:cNvSpPr txBox="1"/>
          <p:nvPr/>
        </p:nvSpPr>
        <p:spPr>
          <a:xfrm>
            <a:off x="619949" y="3404486"/>
            <a:ext cx="3545651" cy="420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 panose="020B0606030504020204"/>
              <a:buNone/>
              <a:defRPr sz="14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 panose="020B0606030504020204"/>
              <a:buNone/>
              <a:defRPr sz="14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 panose="020B0606030504020204"/>
              <a:buNone/>
              <a:defRPr sz="14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 panose="020B0606030504020204"/>
              <a:buNone/>
              <a:defRPr sz="14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 panose="020B0606030504020204"/>
              <a:buNone/>
              <a:defRPr sz="14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 panose="020B0606030504020204"/>
              <a:buNone/>
              <a:defRPr sz="14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 panose="020B0606030504020204"/>
              <a:buNone/>
              <a:defRPr sz="14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 panose="020B0606030504020204"/>
              <a:buNone/>
              <a:defRPr sz="14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 panose="020B0606030504020204"/>
              <a:buNone/>
              <a:defRPr sz="14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9pPr>
          </a:lstStyle>
          <a:p>
            <a:pPr marL="0" indent="0" algn="l"/>
            <a:r>
              <a:rPr lang="zh-CN" altLang="zh-CN" dirty="0"/>
              <a:t>Native country had limited missingness</a:t>
            </a:r>
            <a:endParaRPr lang="zh-CN" altLang="zh-CN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rcRect r="46334"/>
          <a:stretch>
            <a:fillRect/>
          </a:stretch>
        </p:blipFill>
        <p:spPr>
          <a:xfrm>
            <a:off x="5501531" y="690900"/>
            <a:ext cx="3371954" cy="2211676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rcRect l="53015"/>
          <a:stretch>
            <a:fillRect/>
          </a:stretch>
        </p:blipFill>
        <p:spPr>
          <a:xfrm>
            <a:off x="5817461" y="2876847"/>
            <a:ext cx="2952127" cy="22116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7" name="Google Shape;2287;p48"/>
          <p:cNvSpPr txBox="1">
            <a:spLocks noGrp="1"/>
          </p:cNvSpPr>
          <p:nvPr>
            <p:ph type="ctrTitle" idx="9"/>
          </p:nvPr>
        </p:nvSpPr>
        <p:spPr>
          <a:xfrm>
            <a:off x="736646" y="373025"/>
            <a:ext cx="7672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zh-CN" altLang="zh-CN" dirty="0"/>
              <a:t>Data Cleaning Pipeline</a:t>
            </a:r>
            <a:endParaRPr lang="zh-CN" altLang="zh-CN" dirty="0"/>
          </a:p>
        </p:txBody>
      </p:sp>
      <p:pic>
        <p:nvPicPr>
          <p:cNvPr id="2288" name="Google Shape;2288;p48"/>
          <p:cNvPicPr preferRelativeResize="0"/>
          <p:nvPr/>
        </p:nvPicPr>
        <p:blipFill>
          <a:blip r:embed="rId1">
            <a:alphaModFix amt="77000"/>
          </a:blip>
          <a:stretch>
            <a:fillRect/>
          </a:stretch>
        </p:blipFill>
        <p:spPr>
          <a:xfrm flipH="1">
            <a:off x="621054" y="2552486"/>
            <a:ext cx="2467483" cy="1145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8" name="Google Shape;2318;p48"/>
          <p:cNvPicPr preferRelativeResize="0"/>
          <p:nvPr/>
        </p:nvPicPr>
        <p:blipFill>
          <a:blip r:embed="rId2">
            <a:alphaModFix amt="82000"/>
          </a:blip>
          <a:stretch>
            <a:fillRect/>
          </a:stretch>
        </p:blipFill>
        <p:spPr>
          <a:xfrm flipH="1">
            <a:off x="3258941" y="2550996"/>
            <a:ext cx="2467483" cy="1145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9" name="Google Shape;2319;p48"/>
          <p:cNvPicPr preferRelativeResize="0"/>
          <p:nvPr/>
        </p:nvPicPr>
        <p:blipFill>
          <a:blip r:embed="rId3">
            <a:alphaModFix amt="62000"/>
          </a:blip>
          <a:stretch>
            <a:fillRect/>
          </a:stretch>
        </p:blipFill>
        <p:spPr>
          <a:xfrm flipH="1">
            <a:off x="5899301" y="2550996"/>
            <a:ext cx="2467483" cy="1145078"/>
          </a:xfrm>
          <a:prstGeom prst="rect">
            <a:avLst/>
          </a:prstGeom>
          <a:noFill/>
          <a:ln>
            <a:noFill/>
          </a:ln>
        </p:spPr>
      </p:pic>
      <p:sp>
        <p:nvSpPr>
          <p:cNvPr id="2320" name="Google Shape;2320;p48"/>
          <p:cNvSpPr txBox="1">
            <a:spLocks noGrp="1"/>
          </p:cNvSpPr>
          <p:nvPr>
            <p:ph type="subTitle" idx="1"/>
          </p:nvPr>
        </p:nvSpPr>
        <p:spPr>
          <a:xfrm>
            <a:off x="511691" y="2949374"/>
            <a:ext cx="2286000" cy="47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zh-CN" altLang="zh-CN" sz="1500" dirty="0"/>
              <a:t>Missing Values</a:t>
            </a:r>
            <a:endParaRPr lang="en-GB" sz="1500" dirty="0"/>
          </a:p>
        </p:txBody>
      </p:sp>
      <p:sp>
        <p:nvSpPr>
          <p:cNvPr id="2321" name="Google Shape;2321;p48"/>
          <p:cNvSpPr txBox="1">
            <a:spLocks noGrp="1"/>
          </p:cNvSpPr>
          <p:nvPr>
            <p:ph type="subTitle" idx="2"/>
          </p:nvPr>
        </p:nvSpPr>
        <p:spPr>
          <a:xfrm>
            <a:off x="520599" y="3632798"/>
            <a:ext cx="2376749" cy="84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zh-CN" altLang="zh-CN" dirty="0"/>
              <a:t>Mode imputation preserved the full sample and avoided unnecessary row deletion.</a:t>
            </a:r>
            <a:endParaRPr lang="zh-CN" altLang="zh-CN" dirty="0"/>
          </a:p>
        </p:txBody>
      </p:sp>
      <p:sp>
        <p:nvSpPr>
          <p:cNvPr id="2322" name="Google Shape;2322;p48"/>
          <p:cNvSpPr txBox="1">
            <a:spLocks noGrp="1"/>
          </p:cNvSpPr>
          <p:nvPr>
            <p:ph type="subTitle" idx="3"/>
          </p:nvPr>
        </p:nvSpPr>
        <p:spPr>
          <a:xfrm>
            <a:off x="2968095" y="2949374"/>
            <a:ext cx="2467500" cy="47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zh-CN" altLang="zh-CN" sz="1500" dirty="0"/>
              <a:t>Outliers &amp; Duplicates</a:t>
            </a:r>
            <a:endParaRPr lang="en-GB" sz="1500" dirty="0"/>
          </a:p>
        </p:txBody>
      </p:sp>
      <p:sp>
        <p:nvSpPr>
          <p:cNvPr id="2323" name="Google Shape;2323;p48"/>
          <p:cNvSpPr txBox="1">
            <a:spLocks noGrp="1"/>
          </p:cNvSpPr>
          <p:nvPr>
            <p:ph type="subTitle" idx="4"/>
          </p:nvPr>
        </p:nvSpPr>
        <p:spPr>
          <a:xfrm>
            <a:off x="3238030" y="3632798"/>
            <a:ext cx="2286000" cy="84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zh-CN" altLang="zh-CN" dirty="0"/>
              <a:t>Extreme numeric values were winsorized, and 27 exact duplicate rows were removed.</a:t>
            </a:r>
            <a:endParaRPr lang="zh-CN" altLang="zh-CN" dirty="0"/>
          </a:p>
        </p:txBody>
      </p:sp>
      <p:sp>
        <p:nvSpPr>
          <p:cNvPr id="2324" name="Google Shape;2324;p48"/>
          <p:cNvSpPr txBox="1">
            <a:spLocks noGrp="1"/>
          </p:cNvSpPr>
          <p:nvPr>
            <p:ph type="subTitle" idx="5"/>
          </p:nvPr>
        </p:nvSpPr>
        <p:spPr>
          <a:xfrm>
            <a:off x="5670016" y="2936136"/>
            <a:ext cx="2467500" cy="47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zh-CN" altLang="zh-CN" sz="1500" dirty="0"/>
              <a:t>Formatting</a:t>
            </a:r>
            <a:endParaRPr lang="en-GB" sz="1500" dirty="0"/>
          </a:p>
        </p:txBody>
      </p:sp>
      <p:sp>
        <p:nvSpPr>
          <p:cNvPr id="2325" name="Google Shape;2325;p48"/>
          <p:cNvSpPr txBox="1">
            <a:spLocks noGrp="1"/>
          </p:cNvSpPr>
          <p:nvPr>
            <p:ph type="subTitle" idx="6"/>
          </p:nvPr>
        </p:nvSpPr>
        <p:spPr>
          <a:xfrm>
            <a:off x="5875400" y="3632798"/>
            <a:ext cx="2286000" cy="84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zh-CN" altLang="zh-CN" dirty="0"/>
              <a:t>Spaces were removed, labels were standardized to lowercase, and data types were corrected.</a:t>
            </a:r>
            <a:endParaRPr lang="zh-CN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6868" b="66120"/>
          <a:stretch>
            <a:fillRect/>
          </a:stretch>
        </p:blipFill>
        <p:spPr>
          <a:xfrm>
            <a:off x="873633" y="821427"/>
            <a:ext cx="7238098" cy="1831171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14" name="组合 13"/>
          <p:cNvGrpSpPr/>
          <p:nvPr/>
        </p:nvGrpSpPr>
        <p:grpSpPr>
          <a:xfrm>
            <a:off x="895747" y="821427"/>
            <a:ext cx="7318637" cy="1726836"/>
            <a:chOff x="895747" y="821427"/>
            <a:chExt cx="7318637" cy="1726836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4"/>
            <a:srcRect t="1165" b="84030"/>
            <a:stretch>
              <a:fillRect/>
            </a:stretch>
          </p:blipFill>
          <p:spPr>
            <a:xfrm>
              <a:off x="895747" y="936878"/>
              <a:ext cx="7318637" cy="1611385"/>
            </a:xfrm>
            <a:prstGeom prst="rect">
              <a:avLst/>
            </a:prstGeom>
            <a:solidFill>
              <a:schemeClr val="bg1"/>
            </a:solidFill>
          </p:spPr>
        </p:pic>
        <p:sp>
          <p:nvSpPr>
            <p:cNvPr id="12" name="矩形 11"/>
            <p:cNvSpPr/>
            <p:nvPr/>
          </p:nvSpPr>
          <p:spPr>
            <a:xfrm>
              <a:off x="2247901" y="821427"/>
              <a:ext cx="3627500" cy="12939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3407648" y="905981"/>
              <a:ext cx="2616459" cy="12939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0" name="Google Shape;2480;p53"/>
          <p:cNvSpPr txBox="1">
            <a:spLocks noGrp="1"/>
          </p:cNvSpPr>
          <p:nvPr>
            <p:ph type="ctrTitle" idx="8"/>
          </p:nvPr>
        </p:nvSpPr>
        <p:spPr>
          <a:xfrm>
            <a:off x="736646" y="373025"/>
            <a:ext cx="7672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zh-CN" altLang="zh-CN" dirty="0"/>
              <a:t>Feature Engineering</a:t>
            </a:r>
            <a:endParaRPr lang="en-GB" dirty="0"/>
          </a:p>
        </p:txBody>
      </p:sp>
      <p:pic>
        <p:nvPicPr>
          <p:cNvPr id="2481" name="Google Shape;2481;p53"/>
          <p:cNvPicPr preferRelativeResize="0"/>
          <p:nvPr/>
        </p:nvPicPr>
        <p:blipFill>
          <a:blip r:embed="rId1">
            <a:alphaModFix amt="52000"/>
          </a:blip>
          <a:stretch>
            <a:fillRect/>
          </a:stretch>
        </p:blipFill>
        <p:spPr>
          <a:xfrm rot="20716690" flipH="1">
            <a:off x="486758" y="1238580"/>
            <a:ext cx="1979997" cy="783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2" name="Google Shape;2482;p53"/>
          <p:cNvPicPr preferRelativeResize="0"/>
          <p:nvPr/>
        </p:nvPicPr>
        <p:blipFill>
          <a:blip r:embed="rId2">
            <a:alphaModFix amt="52000"/>
          </a:blip>
          <a:stretch>
            <a:fillRect/>
          </a:stretch>
        </p:blipFill>
        <p:spPr>
          <a:xfrm rot="20789133" flipH="1">
            <a:off x="517674" y="3023159"/>
            <a:ext cx="2079556" cy="767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3" name="Google Shape;2483;p53"/>
          <p:cNvPicPr preferRelativeResize="0"/>
          <p:nvPr/>
        </p:nvPicPr>
        <p:blipFill>
          <a:blip r:embed="rId3">
            <a:alphaModFix amt="52000"/>
          </a:blip>
          <a:stretch>
            <a:fillRect/>
          </a:stretch>
        </p:blipFill>
        <p:spPr>
          <a:xfrm rot="21079807" flipH="1">
            <a:off x="6725318" y="1169845"/>
            <a:ext cx="2179214" cy="704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4" name="Google Shape;2484;p53"/>
          <p:cNvPicPr preferRelativeResize="0"/>
          <p:nvPr/>
        </p:nvPicPr>
        <p:blipFill>
          <a:blip r:embed="rId4">
            <a:alphaModFix amt="52000"/>
          </a:blip>
          <a:stretch>
            <a:fillRect/>
          </a:stretch>
        </p:blipFill>
        <p:spPr>
          <a:xfrm rot="20856872" flipH="1">
            <a:off x="6793872" y="2926471"/>
            <a:ext cx="2094586" cy="756043"/>
          </a:xfrm>
          <a:prstGeom prst="rect">
            <a:avLst/>
          </a:prstGeom>
          <a:noFill/>
          <a:ln>
            <a:noFill/>
          </a:ln>
        </p:spPr>
      </p:pic>
      <p:sp>
        <p:nvSpPr>
          <p:cNvPr id="2486" name="Google Shape;2486;p53"/>
          <p:cNvSpPr txBox="1">
            <a:spLocks noGrp="1"/>
          </p:cNvSpPr>
          <p:nvPr>
            <p:ph type="title"/>
          </p:nvPr>
        </p:nvSpPr>
        <p:spPr>
          <a:xfrm>
            <a:off x="631561" y="1399264"/>
            <a:ext cx="21270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zh-CN" altLang="zh-CN" dirty="0"/>
              <a:t>Capital Indicators</a:t>
            </a:r>
            <a:endParaRPr lang="en-GB" dirty="0"/>
          </a:p>
        </p:txBody>
      </p:sp>
      <p:sp>
        <p:nvSpPr>
          <p:cNvPr id="2487" name="Google Shape;2487;p53"/>
          <p:cNvSpPr txBox="1">
            <a:spLocks noGrp="1"/>
          </p:cNvSpPr>
          <p:nvPr>
            <p:ph type="subTitle" idx="1"/>
          </p:nvPr>
        </p:nvSpPr>
        <p:spPr>
          <a:xfrm>
            <a:off x="592667" y="1914654"/>
            <a:ext cx="2565312" cy="91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zh-CN" altLang="zh-CN" dirty="0"/>
              <a:t>Created capital_gain_flag and capital_loss_flag to capture whether capital activity existed.</a:t>
            </a:r>
            <a:endParaRPr lang="zh-CN" altLang="zh-CN" dirty="0"/>
          </a:p>
        </p:txBody>
      </p:sp>
      <p:sp>
        <p:nvSpPr>
          <p:cNvPr id="2488" name="Google Shape;2488;p53"/>
          <p:cNvSpPr txBox="1">
            <a:spLocks noGrp="1"/>
          </p:cNvSpPr>
          <p:nvPr>
            <p:ph type="title" idx="2"/>
          </p:nvPr>
        </p:nvSpPr>
        <p:spPr>
          <a:xfrm>
            <a:off x="6699184" y="1278686"/>
            <a:ext cx="21270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zh-CN" altLang="zh-CN" dirty="0"/>
              <a:t>Categorical Encoding</a:t>
            </a:r>
            <a:endParaRPr lang="en-GB" dirty="0"/>
          </a:p>
        </p:txBody>
      </p:sp>
      <p:sp>
        <p:nvSpPr>
          <p:cNvPr id="2489" name="Google Shape;2489;p53"/>
          <p:cNvSpPr txBox="1">
            <a:spLocks noGrp="1"/>
          </p:cNvSpPr>
          <p:nvPr>
            <p:ph type="subTitle" idx="3"/>
          </p:nvPr>
        </p:nvSpPr>
        <p:spPr>
          <a:xfrm>
            <a:off x="6699186" y="1757879"/>
            <a:ext cx="2127000" cy="91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zh-CN" altLang="zh-CN" dirty="0"/>
              <a:t>Evaluated one-hot and frequency encoding for categorical variables.</a:t>
            </a:r>
            <a:endParaRPr lang="zh-CN" altLang="zh-CN" dirty="0"/>
          </a:p>
        </p:txBody>
      </p:sp>
      <p:sp>
        <p:nvSpPr>
          <p:cNvPr id="2490" name="Google Shape;2490;p53"/>
          <p:cNvSpPr txBox="1">
            <a:spLocks noGrp="1"/>
          </p:cNvSpPr>
          <p:nvPr>
            <p:ph type="title" idx="4"/>
          </p:nvPr>
        </p:nvSpPr>
        <p:spPr>
          <a:xfrm>
            <a:off x="645670" y="3180120"/>
            <a:ext cx="21270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zh-CN" altLang="zh-CN" dirty="0"/>
              <a:t>Grouped Features</a:t>
            </a:r>
            <a:endParaRPr lang="en-GB" dirty="0"/>
          </a:p>
        </p:txBody>
      </p:sp>
      <p:sp>
        <p:nvSpPr>
          <p:cNvPr id="2491" name="Google Shape;2491;p53"/>
          <p:cNvSpPr txBox="1">
            <a:spLocks noGrp="1"/>
          </p:cNvSpPr>
          <p:nvPr>
            <p:ph type="subTitle" idx="5"/>
          </p:nvPr>
        </p:nvSpPr>
        <p:spPr>
          <a:xfrm>
            <a:off x="645673" y="3708039"/>
            <a:ext cx="21270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zh-CN" altLang="zh-CN" dirty="0"/>
              <a:t>Created age and work-hour groups to capture nonlinear and interpretable patterns.</a:t>
            </a:r>
            <a:endParaRPr lang="zh-CN" altLang="zh-CN" dirty="0"/>
          </a:p>
        </p:txBody>
      </p:sp>
      <p:sp>
        <p:nvSpPr>
          <p:cNvPr id="2492" name="Google Shape;2492;p53"/>
          <p:cNvSpPr txBox="1">
            <a:spLocks noGrp="1"/>
          </p:cNvSpPr>
          <p:nvPr>
            <p:ph type="title" idx="6"/>
          </p:nvPr>
        </p:nvSpPr>
        <p:spPr>
          <a:xfrm>
            <a:off x="6599814" y="3080526"/>
            <a:ext cx="21270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zh-CN" altLang="zh-CN" dirty="0"/>
              <a:t>Feature Scaling</a:t>
            </a:r>
            <a:endParaRPr lang="en-GB" dirty="0"/>
          </a:p>
        </p:txBody>
      </p:sp>
      <p:sp>
        <p:nvSpPr>
          <p:cNvPr id="2493" name="Google Shape;2493;p53"/>
          <p:cNvSpPr txBox="1">
            <a:spLocks noGrp="1"/>
          </p:cNvSpPr>
          <p:nvPr>
            <p:ph type="subTitle" idx="7"/>
          </p:nvPr>
        </p:nvSpPr>
        <p:spPr>
          <a:xfrm>
            <a:off x="6599864" y="3608445"/>
            <a:ext cx="21270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zh-CN" altLang="zh-CN" dirty="0"/>
              <a:t>Applied StandardScaler to continuous features using training data only.</a:t>
            </a:r>
            <a:endParaRPr lang="zh-CN" altLang="zh-CN" dirty="0"/>
          </a:p>
        </p:txBody>
      </p:sp>
      <p:grpSp>
        <p:nvGrpSpPr>
          <p:cNvPr id="2494" name="Google Shape;2494;p53"/>
          <p:cNvGrpSpPr/>
          <p:nvPr/>
        </p:nvGrpSpPr>
        <p:grpSpPr>
          <a:xfrm rot="5400065">
            <a:off x="4113887" y="-3396789"/>
            <a:ext cx="1344377" cy="1995312"/>
            <a:chOff x="272875" y="1527563"/>
            <a:chExt cx="255950" cy="455000"/>
          </a:xfrm>
        </p:grpSpPr>
        <p:sp>
          <p:nvSpPr>
            <p:cNvPr id="2495" name="Google Shape;2495;p53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96" name="Google Shape;2496;p53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97" name="Google Shape;2497;p53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98" name="Google Shape;2498;p53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99" name="Google Shape;2499;p53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00" name="Google Shape;2500;p53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01" name="Google Shape;2501;p53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02" name="Google Shape;2502;p53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03" name="Google Shape;2503;p53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04" name="Google Shape;2504;p53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05" name="Google Shape;2505;p53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06" name="Google Shape;2506;p53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07" name="Google Shape;2507;p53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08" name="Google Shape;2508;p53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09" name="Google Shape;2509;p53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10" name="Google Shape;2510;p53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11" name="Google Shape;2511;p53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12" name="Google Shape;2512;p53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13" name="Google Shape;2513;p53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14" name="Google Shape;2514;p53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15" name="Google Shape;2515;p53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16" name="Google Shape;2516;p53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17" name="Google Shape;2517;p53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18" name="Google Shape;2518;p53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19" name="Google Shape;2519;p53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0" name="Google Shape;2520;p53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1" name="Google Shape;2521;p53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2" name="Google Shape;2522;p53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3" name="Google Shape;2523;p53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4" name="Google Shape;2524;p53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5" name="Google Shape;2525;p53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6" name="Google Shape;2526;p53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7" name="Google Shape;2527;p53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8" name="Google Shape;2528;p53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29" name="Google Shape;2529;p53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8910" y="873784"/>
            <a:ext cx="3135531" cy="177459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2041" y="2710637"/>
            <a:ext cx="3614087" cy="220974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2281;p47"/>
          <p:cNvPicPr preferRelativeResize="0"/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-17194" y="979372"/>
            <a:ext cx="809578" cy="681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279;p47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2675791"/>
            <a:ext cx="809578" cy="681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4173570" y="748995"/>
          <a:ext cx="4750292" cy="1822758"/>
        </p:xfrm>
        <a:graphic>
          <a:graphicData uri="http://schemas.openxmlformats.org/drawingml/2006/table">
            <a:tbl>
              <a:tblPr/>
              <a:tblGrid>
                <a:gridCol w="295647"/>
                <a:gridCol w="870479"/>
                <a:gridCol w="602428"/>
                <a:gridCol w="724017"/>
                <a:gridCol w="696384"/>
                <a:gridCol w="544395"/>
                <a:gridCol w="555396"/>
                <a:gridCol w="461546"/>
              </a:tblGrid>
              <a:tr h="3037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 b="1" dirty="0">
                          <a:solidFill>
                            <a:srgbClr val="000000"/>
                          </a:solidFill>
                        </a:rPr>
                        <a:t>age</a:t>
                      </a:r>
                      <a:endParaRPr lang="zh-CN" sz="700" b="1" dirty="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  <a:prstDash val="solid"/>
                    </a:lnT>
                    <a:lnB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 b="1" dirty="0">
                          <a:solidFill>
                            <a:srgbClr val="000000"/>
                          </a:solidFill>
                        </a:rPr>
                        <a:t>workclass</a:t>
                      </a:r>
                      <a:endParaRPr lang="zh-CN" sz="700" b="1" dirty="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  <a:prstDash val="solid"/>
                    </a:lnT>
                    <a:lnB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 b="1" dirty="0">
                          <a:solidFill>
                            <a:srgbClr val="000000"/>
                          </a:solidFill>
                        </a:rPr>
                        <a:t>education</a:t>
                      </a:r>
                      <a:endParaRPr lang="zh-CN" sz="700" b="1" dirty="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  <a:prstDash val="solid"/>
                    </a:lnT>
                    <a:lnB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 b="1" dirty="0">
                          <a:solidFill>
                            <a:srgbClr val="000000"/>
                          </a:solidFill>
                        </a:rPr>
                        <a:t>occupation</a:t>
                      </a:r>
                      <a:endParaRPr lang="zh-CN" sz="700" b="1" dirty="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  <a:prstDash val="solid"/>
                    </a:lnT>
                    <a:lnB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 b="1" dirty="0">
                          <a:solidFill>
                            <a:srgbClr val="000000"/>
                          </a:solidFill>
                        </a:rPr>
                        <a:t>hours/week</a:t>
                      </a:r>
                      <a:endParaRPr lang="zh-CN" sz="700" b="1" dirty="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  <a:prstDash val="solid"/>
                    </a:lnT>
                    <a:lnB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 b="1" dirty="0">
                          <a:solidFill>
                            <a:srgbClr val="000000"/>
                          </a:solidFill>
                        </a:rPr>
                        <a:t>gain flag</a:t>
                      </a:r>
                      <a:endParaRPr lang="zh-CN" sz="700" b="1" dirty="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  <a:prstDash val="solid"/>
                    </a:lnT>
                    <a:lnB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 b="1">
                          <a:solidFill>
                            <a:srgbClr val="000000"/>
                          </a:solidFill>
                        </a:rPr>
                        <a:t>loss flag</a:t>
                      </a:r>
                      <a:endParaRPr lang="zh-CN" sz="700" b="1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  <a:prstDash val="solid"/>
                    </a:lnT>
                    <a:lnB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 b="1" dirty="0">
                          <a:solidFill>
                            <a:srgbClr val="000000"/>
                          </a:solidFill>
                        </a:rPr>
                        <a:t>income</a:t>
                      </a:r>
                      <a:endParaRPr lang="zh-CN" sz="700" b="1" dirty="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  <a:prstDash val="solid"/>
                    </a:lnT>
                    <a:lnB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</a:tr>
              <a:tr h="3037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 b="1" dirty="0">
                          <a:solidFill>
                            <a:srgbClr val="000000"/>
                          </a:solidFill>
                        </a:rPr>
                        <a:t>39</a:t>
                      </a:r>
                      <a:endParaRPr lang="zh-CN" sz="700" b="1" dirty="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>
                          <a:solidFill>
                            <a:srgbClr val="000000"/>
                          </a:solidFill>
                        </a:rPr>
                        <a:t>state-gov</a:t>
                      </a:r>
                      <a:endParaRPr lang="zh-CN" sz="70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>
                          <a:solidFill>
                            <a:srgbClr val="000000"/>
                          </a:solidFill>
                        </a:rPr>
                        <a:t>bachelors</a:t>
                      </a:r>
                      <a:endParaRPr lang="zh-CN" sz="70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>
                          <a:solidFill>
                            <a:srgbClr val="000000"/>
                          </a:solidFill>
                        </a:rPr>
                        <a:t>adm-clerical</a:t>
                      </a:r>
                      <a:endParaRPr lang="zh-CN" sz="70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 dirty="0">
                          <a:solidFill>
                            <a:srgbClr val="000000"/>
                          </a:solidFill>
                        </a:rPr>
                        <a:t>40</a:t>
                      </a:r>
                      <a:endParaRPr lang="zh-CN" sz="700" dirty="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zh-CN" sz="70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sz="70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>
                          <a:solidFill>
                            <a:srgbClr val="000000"/>
                          </a:solidFill>
                        </a:rPr>
                        <a:t>≤50K</a:t>
                      </a:r>
                      <a:endParaRPr lang="zh-CN" sz="70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</a:tr>
              <a:tr h="3037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 b="1" dirty="0">
                          <a:solidFill>
                            <a:srgbClr val="000000"/>
                          </a:solidFill>
                        </a:rPr>
                        <a:t>50</a:t>
                      </a:r>
                      <a:endParaRPr lang="zh-CN" sz="700" b="1" dirty="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 dirty="0">
                          <a:solidFill>
                            <a:srgbClr val="000000"/>
                          </a:solidFill>
                        </a:rPr>
                        <a:t>self-emp-not-inc</a:t>
                      </a:r>
                      <a:endParaRPr lang="zh-CN" sz="700" dirty="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>
                          <a:solidFill>
                            <a:srgbClr val="000000"/>
                          </a:solidFill>
                        </a:rPr>
                        <a:t>bachelors</a:t>
                      </a:r>
                      <a:endParaRPr lang="zh-CN" sz="70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>
                          <a:solidFill>
                            <a:srgbClr val="000000"/>
                          </a:solidFill>
                        </a:rPr>
                        <a:t>exec-managerial</a:t>
                      </a:r>
                      <a:endParaRPr lang="zh-CN" sz="70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zh-CN" sz="70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sz="70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sz="70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 dirty="0">
                          <a:solidFill>
                            <a:srgbClr val="000000"/>
                          </a:solidFill>
                        </a:rPr>
                        <a:t>≤50K</a:t>
                      </a:r>
                      <a:endParaRPr lang="zh-CN" sz="700" dirty="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37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 b="1" dirty="0">
                          <a:solidFill>
                            <a:srgbClr val="000000"/>
                          </a:solidFill>
                        </a:rPr>
                        <a:t>38</a:t>
                      </a:r>
                      <a:endParaRPr lang="zh-CN" sz="700" b="1" dirty="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>
                          <a:solidFill>
                            <a:srgbClr val="000000"/>
                          </a:solidFill>
                        </a:rPr>
                        <a:t>private</a:t>
                      </a:r>
                      <a:endParaRPr lang="zh-CN" sz="70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>
                          <a:solidFill>
                            <a:srgbClr val="000000"/>
                          </a:solidFill>
                        </a:rPr>
                        <a:t>hs-grad</a:t>
                      </a:r>
                      <a:endParaRPr lang="zh-CN" sz="70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>
                          <a:solidFill>
                            <a:srgbClr val="000000"/>
                          </a:solidFill>
                        </a:rPr>
                        <a:t>handlers-cleaners</a:t>
                      </a:r>
                      <a:endParaRPr lang="zh-CN" sz="70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 dirty="0">
                          <a:solidFill>
                            <a:srgbClr val="000000"/>
                          </a:solidFill>
                        </a:rPr>
                        <a:t>40</a:t>
                      </a:r>
                      <a:endParaRPr lang="zh-CN" sz="700" dirty="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sz="700" dirty="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sz="70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>
                          <a:solidFill>
                            <a:srgbClr val="000000"/>
                          </a:solidFill>
                        </a:rPr>
                        <a:t>≤50K</a:t>
                      </a:r>
                      <a:endParaRPr lang="zh-CN" sz="70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</a:tr>
              <a:tr h="3037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 b="1" dirty="0">
                          <a:solidFill>
                            <a:srgbClr val="000000"/>
                          </a:solidFill>
                        </a:rPr>
                        <a:t>53</a:t>
                      </a:r>
                      <a:endParaRPr lang="zh-CN" sz="700" b="1" dirty="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>
                          <a:solidFill>
                            <a:srgbClr val="000000"/>
                          </a:solidFill>
                        </a:rPr>
                        <a:t>private</a:t>
                      </a:r>
                      <a:endParaRPr lang="zh-CN" sz="70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>
                          <a:solidFill>
                            <a:srgbClr val="000000"/>
                          </a:solidFill>
                        </a:rPr>
                        <a:t>11th</a:t>
                      </a:r>
                      <a:endParaRPr lang="zh-CN" sz="70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 dirty="0">
                          <a:solidFill>
                            <a:srgbClr val="000000"/>
                          </a:solidFill>
                        </a:rPr>
                        <a:t>handlers-cleaners</a:t>
                      </a:r>
                      <a:endParaRPr lang="zh-CN" sz="700" dirty="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>
                          <a:solidFill>
                            <a:srgbClr val="000000"/>
                          </a:solidFill>
                        </a:rPr>
                        <a:t>40</a:t>
                      </a:r>
                      <a:endParaRPr lang="zh-CN" sz="70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sz="70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sz="70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>
                          <a:solidFill>
                            <a:srgbClr val="000000"/>
                          </a:solidFill>
                        </a:rPr>
                        <a:t>≤50K</a:t>
                      </a:r>
                      <a:endParaRPr lang="zh-CN" sz="70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>
                      <a:noFill/>
                    </a:lnL>
                    <a:lnR>
                      <a:noFill/>
                    </a:lnR>
                    <a:lnT>
                      <a:solidFill>
                        <a:srgbClr val="DDDDDD"/>
                      </a:solidFill>
                      <a:prstDash val="soli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37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 dirty="0">
                          <a:solidFill>
                            <a:srgbClr val="000000"/>
                          </a:solidFill>
                        </a:rPr>
                        <a:t>28</a:t>
                      </a:r>
                      <a:endParaRPr lang="zh-CN" sz="700" dirty="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 dirty="0">
                          <a:solidFill>
                            <a:srgbClr val="000000"/>
                          </a:solidFill>
                        </a:rPr>
                        <a:t>private</a:t>
                      </a:r>
                      <a:endParaRPr lang="zh-CN" sz="700" dirty="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 dirty="0">
                          <a:solidFill>
                            <a:srgbClr val="000000"/>
                          </a:solidFill>
                        </a:rPr>
                        <a:t>bachelors</a:t>
                      </a:r>
                      <a:endParaRPr lang="zh-CN" sz="700" dirty="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 dirty="0">
                          <a:solidFill>
                            <a:srgbClr val="000000"/>
                          </a:solidFill>
                        </a:rPr>
                        <a:t>prof-specialty</a:t>
                      </a:r>
                      <a:endParaRPr lang="zh-CN" sz="700" dirty="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 dirty="0">
                          <a:solidFill>
                            <a:srgbClr val="000000"/>
                          </a:solidFill>
                        </a:rPr>
                        <a:t>40</a:t>
                      </a:r>
                      <a:endParaRPr lang="zh-CN" sz="700" dirty="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sz="700" dirty="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zh-CN" sz="700" dirty="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700" dirty="0">
                          <a:solidFill>
                            <a:srgbClr val="000000"/>
                          </a:solidFill>
                        </a:rPr>
                        <a:t>≤50K</a:t>
                      </a:r>
                      <a:endParaRPr lang="zh-CN" sz="700" dirty="0">
                        <a:solidFill>
                          <a:srgbClr val="000000"/>
                        </a:solidFill>
                      </a:endParaRPr>
                    </a:p>
                  </a:txBody>
                  <a:tcPr marL="53611" marR="53611" marT="26806" marB="268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15" name="Google Shape;2287;p48"/>
          <p:cNvSpPr txBox="1"/>
          <p:nvPr/>
        </p:nvSpPr>
        <p:spPr>
          <a:xfrm>
            <a:off x="9145" y="171195"/>
            <a:ext cx="9134855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Overpass Black"/>
              <a:buNone/>
              <a:defRPr sz="30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Overpass Black"/>
              <a:buNone/>
              <a:defRPr sz="8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Overpass Black"/>
              <a:buNone/>
              <a:defRPr sz="8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Overpass Black"/>
              <a:buNone/>
              <a:defRPr sz="8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Overpass Black"/>
              <a:buNone/>
              <a:defRPr sz="8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Overpass Black"/>
              <a:buNone/>
              <a:defRPr sz="8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Overpass Black"/>
              <a:buNone/>
              <a:defRPr sz="8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Overpass Black"/>
              <a:buNone/>
              <a:defRPr sz="8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Overpass Black"/>
              <a:buNone/>
              <a:defRPr sz="8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9pPr>
          </a:lstStyle>
          <a:p>
            <a:r>
              <a:rPr lang="zh-CN" altLang="zh-CN" dirty="0"/>
              <a:t>Final Modeling-Ready Dataset</a:t>
            </a:r>
            <a:endParaRPr lang="zh-CN" altLang="zh-CN" dirty="0"/>
          </a:p>
        </p:txBody>
      </p:sp>
      <p:sp>
        <p:nvSpPr>
          <p:cNvPr id="14" name="文本框 13"/>
          <p:cNvSpPr txBox="1"/>
          <p:nvPr/>
        </p:nvSpPr>
        <p:spPr>
          <a:xfrm>
            <a:off x="387595" y="1171120"/>
            <a:ext cx="3972739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dk2"/>
              </a:buClr>
              <a:buSzPts val="2400"/>
            </a:pPr>
            <a:r>
              <a:rPr lang="zh-CN" altLang="zh-CN" sz="1600" dirty="0">
                <a:solidFill>
                  <a:schemeClr val="dk2"/>
                </a:solidFill>
                <a:latin typeface="Overpass Black"/>
              </a:rPr>
              <a:t>Cleaning Outcomes</a:t>
            </a:r>
            <a:endParaRPr lang="zh-CN" altLang="zh-CN" sz="1600" dirty="0">
              <a:solidFill>
                <a:schemeClr val="dk2"/>
              </a:solidFill>
              <a:latin typeface="Overpass Black"/>
            </a:endParaRPr>
          </a:p>
          <a:p>
            <a:pPr marL="285750" indent="-285750"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</a:pPr>
            <a:r>
              <a:rPr lang="zh-CN" altLang="zh-CN" dirty="0">
                <a:solidFill>
                  <a:schemeClr val="dk2"/>
                </a:solidFill>
                <a:latin typeface="Open Sans" panose="020B0606030504020204"/>
                <a:cs typeface="Open Sans" panose="020B0606030504020204"/>
              </a:rPr>
              <a:t>32,534 complete, unique records</a:t>
            </a:r>
            <a:endParaRPr lang="zh-CN" altLang="zh-CN" dirty="0">
              <a:solidFill>
                <a:schemeClr val="dk2"/>
              </a:solidFill>
              <a:latin typeface="Open Sans" panose="020B0606030504020204"/>
              <a:cs typeface="Open Sans" panose="020B0606030504020204"/>
            </a:endParaRPr>
          </a:p>
          <a:p>
            <a:pPr marL="285750" indent="-285750"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</a:pPr>
            <a:r>
              <a:rPr lang="zh-CN" altLang="zh-CN" dirty="0">
                <a:solidFill>
                  <a:schemeClr val="dk2"/>
                </a:solidFill>
                <a:latin typeface="Open Sans" panose="020B0606030504020204"/>
                <a:cs typeface="Open Sans" panose="020B0606030504020204"/>
              </a:rPr>
              <a:t>No missing values or duplicates</a:t>
            </a:r>
            <a:endParaRPr lang="zh-CN" altLang="zh-CN" dirty="0">
              <a:solidFill>
                <a:schemeClr val="dk2"/>
              </a:solidFill>
              <a:latin typeface="Open Sans" panose="020B0606030504020204"/>
              <a:cs typeface="Open Sans" panose="020B0606030504020204"/>
            </a:endParaRPr>
          </a:p>
          <a:p>
            <a:pPr marL="285750" indent="-285750"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</a:pPr>
            <a:r>
              <a:rPr lang="zh-CN" altLang="zh-CN" dirty="0">
                <a:solidFill>
                  <a:schemeClr val="dk2"/>
                </a:solidFill>
                <a:latin typeface="Open Sans" panose="020B0606030504020204"/>
                <a:cs typeface="Open Sans" panose="020B0606030504020204"/>
              </a:rPr>
              <a:t>Standardized labels and data types</a:t>
            </a:r>
            <a:endParaRPr lang="zh-CN" altLang="zh-CN" dirty="0">
              <a:solidFill>
                <a:schemeClr val="dk2"/>
              </a:solidFill>
              <a:latin typeface="Open Sans" panose="020B0606030504020204"/>
              <a:cs typeface="Open Sans" panose="020B0606030504020204"/>
            </a:endParaRPr>
          </a:p>
          <a:p>
            <a:pPr marL="285750" indent="-285750"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</a:pPr>
            <a:r>
              <a:rPr lang="zh-CN" altLang="zh-CN" dirty="0">
                <a:solidFill>
                  <a:schemeClr val="dk2"/>
                </a:solidFill>
                <a:latin typeface="Open Sans" panose="020B0606030504020204"/>
                <a:cs typeface="Open Sans" panose="020B0606030504020204"/>
              </a:rPr>
              <a:t>Reduced the impact of extreme values</a:t>
            </a:r>
            <a:endParaRPr lang="zh-CN" altLang="zh-CN" dirty="0">
              <a:solidFill>
                <a:schemeClr val="dk2"/>
              </a:solidFill>
              <a:latin typeface="Open Sans" panose="020B0606030504020204"/>
              <a:cs typeface="Open Sans" panose="020B0606030504020204"/>
            </a:endParaRPr>
          </a:p>
          <a:p>
            <a:pPr>
              <a:buClr>
                <a:schemeClr val="dk2"/>
              </a:buClr>
              <a:buSzPts val="1400"/>
            </a:pPr>
            <a:endParaRPr lang="en-US" altLang="zh-CN" dirty="0">
              <a:solidFill>
                <a:schemeClr val="dk2"/>
              </a:solidFill>
              <a:latin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>
              <a:buClr>
                <a:schemeClr val="dk2"/>
              </a:buClr>
              <a:buSzPts val="1400"/>
            </a:pPr>
            <a:endParaRPr lang="en-US" altLang="zh-CN" dirty="0">
              <a:solidFill>
                <a:schemeClr val="dk2"/>
              </a:solidFill>
              <a:latin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>
              <a:lnSpc>
                <a:spcPct val="150000"/>
              </a:lnSpc>
              <a:buClr>
                <a:schemeClr val="dk2"/>
              </a:buClr>
              <a:buSzPts val="2400"/>
            </a:pPr>
            <a:r>
              <a:rPr lang="zh-CN" altLang="zh-CN" sz="1600" dirty="0">
                <a:solidFill>
                  <a:schemeClr val="dk2"/>
                </a:solidFill>
                <a:latin typeface="Overpass Black"/>
              </a:rPr>
              <a:t>Final Feature Set</a:t>
            </a:r>
            <a:endParaRPr lang="zh-CN" altLang="zh-CN" sz="1600" dirty="0">
              <a:solidFill>
                <a:schemeClr val="dk2"/>
              </a:solidFill>
              <a:latin typeface="Overpass Black"/>
            </a:endParaRPr>
          </a:p>
          <a:p>
            <a:pPr marL="285750" indent="-285750"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</a:pPr>
            <a:r>
              <a:rPr lang="zh-CN" altLang="zh-CN" dirty="0">
                <a:solidFill>
                  <a:schemeClr val="dk2"/>
                </a:solidFill>
                <a:latin typeface="Open Sans" panose="020B0606030504020204"/>
                <a:cs typeface="Open Sans" panose="020B0606030504020204"/>
              </a:rPr>
              <a:t>8 categorical features</a:t>
            </a:r>
            <a:endParaRPr lang="zh-CN" altLang="zh-CN" dirty="0">
              <a:solidFill>
                <a:schemeClr val="dk2"/>
              </a:solidFill>
              <a:latin typeface="Open Sans" panose="020B0606030504020204"/>
              <a:cs typeface="Open Sans" panose="020B0606030504020204"/>
            </a:endParaRPr>
          </a:p>
          <a:p>
            <a:pPr marL="285750" indent="-285750"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</a:pPr>
            <a:r>
              <a:rPr lang="zh-CN" altLang="zh-CN" dirty="0">
                <a:solidFill>
                  <a:schemeClr val="dk2"/>
                </a:solidFill>
                <a:latin typeface="Open Sans" panose="020B0606030504020204"/>
                <a:cs typeface="Open Sans" panose="020B0606030504020204"/>
              </a:rPr>
              <a:t>2 numerical features</a:t>
            </a:r>
            <a:endParaRPr lang="zh-CN" altLang="zh-CN" dirty="0">
              <a:solidFill>
                <a:schemeClr val="dk2"/>
              </a:solidFill>
              <a:latin typeface="Open Sans" panose="020B0606030504020204"/>
              <a:cs typeface="Open Sans" panose="020B0606030504020204"/>
            </a:endParaRPr>
          </a:p>
          <a:p>
            <a:pPr marL="285750" indent="-285750"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</a:pPr>
            <a:r>
              <a:rPr lang="zh-CN" altLang="zh-CN" dirty="0">
                <a:solidFill>
                  <a:schemeClr val="dk2"/>
                </a:solidFill>
                <a:latin typeface="Open Sans" panose="020B0606030504020204"/>
                <a:cs typeface="Open Sans" panose="020B0606030504020204"/>
              </a:rPr>
              <a:t>2 engineered binary features</a:t>
            </a:r>
            <a:endParaRPr lang="zh-CN" altLang="zh-CN" dirty="0">
              <a:solidFill>
                <a:schemeClr val="dk2"/>
              </a:solidFill>
              <a:latin typeface="Open Sans" panose="020B0606030504020204"/>
              <a:cs typeface="Open Sans" panose="020B0606030504020204"/>
            </a:endParaRPr>
          </a:p>
          <a:p>
            <a:pPr marL="285750" indent="-285750"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</a:pPr>
            <a:r>
              <a:rPr lang="zh-CN" altLang="zh-CN" dirty="0">
                <a:solidFill>
                  <a:schemeClr val="dk2"/>
                </a:solidFill>
                <a:latin typeface="Open Sans" panose="020B0606030504020204"/>
                <a:cs typeface="Open Sans" panose="020B0606030504020204"/>
              </a:rPr>
              <a:t>12 predictors → 103 encoded features</a:t>
            </a:r>
            <a:endParaRPr lang="zh-CN" altLang="zh-CN" dirty="0">
              <a:solidFill>
                <a:schemeClr val="dk2"/>
              </a:solidFill>
              <a:latin typeface="Open Sans" panose="020B0606030504020204"/>
              <a:cs typeface="Open Sans" panose="020B0606030504020204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467" y="2675791"/>
            <a:ext cx="3600020" cy="23865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6" name="Google Shape;2186;p43"/>
          <p:cNvSpPr txBox="1">
            <a:spLocks noGrp="1"/>
          </p:cNvSpPr>
          <p:nvPr>
            <p:ph type="title" idx="2"/>
          </p:nvPr>
        </p:nvSpPr>
        <p:spPr>
          <a:xfrm>
            <a:off x="2646000" y="1012100"/>
            <a:ext cx="3852000" cy="179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800" dirty="0"/>
              <a:t>0</a:t>
            </a:r>
            <a:r>
              <a:rPr lang="en-US" sz="13800" dirty="0"/>
              <a:t>4</a:t>
            </a:r>
            <a:endParaRPr lang="en-US" altLang="en-GB" sz="13800" dirty="0"/>
          </a:p>
        </p:txBody>
      </p:sp>
      <p:sp>
        <p:nvSpPr>
          <p:cNvPr id="2187" name="Google Shape;2187;p43"/>
          <p:cNvSpPr txBox="1">
            <a:spLocks noGrp="1"/>
          </p:cNvSpPr>
          <p:nvPr>
            <p:ph type="ctrTitle"/>
          </p:nvPr>
        </p:nvSpPr>
        <p:spPr>
          <a:xfrm>
            <a:off x="2415755" y="2571750"/>
            <a:ext cx="4794190" cy="7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altLang="zh-CN" dirty="0"/>
              <a:t>Exploratory Data Analysis</a:t>
            </a:r>
            <a:endParaRPr lang="en-US" altLang="en-GB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9" name="Google Shape;2719;p63"/>
          <p:cNvSpPr txBox="1">
            <a:spLocks noGrp="1"/>
          </p:cNvSpPr>
          <p:nvPr>
            <p:ph type="ctrTitle" idx="6"/>
          </p:nvPr>
        </p:nvSpPr>
        <p:spPr>
          <a:xfrm>
            <a:off x="736646" y="373025"/>
            <a:ext cx="7672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Exploratory Data Analysis</a:t>
            </a:r>
            <a:endParaRPr lang="en-US" altLang="zh-CN" dirty="0"/>
          </a:p>
        </p:txBody>
      </p:sp>
      <p:pic>
        <p:nvPicPr>
          <p:cNvPr id="2720" name="Google Shape;2720;p63"/>
          <p:cNvPicPr preferRelativeResize="0"/>
          <p:nvPr/>
        </p:nvPicPr>
        <p:blipFill>
          <a:blip r:embed="rId1">
            <a:alphaModFix amt="52000"/>
          </a:blip>
          <a:stretch>
            <a:fillRect/>
          </a:stretch>
        </p:blipFill>
        <p:spPr>
          <a:xfrm rot="-646972" flipH="1">
            <a:off x="3497431" y="777410"/>
            <a:ext cx="2152190" cy="709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1" name="Google Shape;2721;p63"/>
          <p:cNvPicPr preferRelativeResize="0"/>
          <p:nvPr/>
        </p:nvPicPr>
        <p:blipFill>
          <a:blip r:embed="rId2">
            <a:alphaModFix amt="52000"/>
          </a:blip>
          <a:stretch>
            <a:fillRect/>
          </a:stretch>
        </p:blipFill>
        <p:spPr>
          <a:xfrm rot="-646972" flipH="1">
            <a:off x="822430" y="777410"/>
            <a:ext cx="2152190" cy="709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4" name="Google Shape;2724;p63"/>
          <p:cNvPicPr preferRelativeResize="0"/>
          <p:nvPr/>
        </p:nvPicPr>
        <p:blipFill>
          <a:blip r:embed="rId3">
            <a:alphaModFix amt="52000"/>
          </a:blip>
          <a:stretch>
            <a:fillRect/>
          </a:stretch>
        </p:blipFill>
        <p:spPr>
          <a:xfrm rot="-646972" flipH="1">
            <a:off x="6168388" y="777410"/>
            <a:ext cx="2152190" cy="709853"/>
          </a:xfrm>
          <a:prstGeom prst="rect">
            <a:avLst/>
          </a:prstGeom>
          <a:noFill/>
          <a:ln>
            <a:noFill/>
          </a:ln>
        </p:spPr>
      </p:pic>
      <p:sp>
        <p:nvSpPr>
          <p:cNvPr id="2726" name="Google Shape;2726;p63"/>
          <p:cNvSpPr txBox="1">
            <a:spLocks noGrp="1"/>
          </p:cNvSpPr>
          <p:nvPr>
            <p:ph type="title" idx="7"/>
          </p:nvPr>
        </p:nvSpPr>
        <p:spPr>
          <a:xfrm>
            <a:off x="730325" y="916970"/>
            <a:ext cx="2336400" cy="4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Education</a:t>
            </a:r>
            <a:endParaRPr lang="en-US" altLang="zh-CN" dirty="0"/>
          </a:p>
        </p:txBody>
      </p:sp>
      <p:sp>
        <p:nvSpPr>
          <p:cNvPr id="2733" name="Google Shape;2733;p63"/>
          <p:cNvSpPr txBox="1">
            <a:spLocks noGrp="1"/>
          </p:cNvSpPr>
          <p:nvPr>
            <p:ph type="subTitle" idx="8"/>
          </p:nvPr>
        </p:nvSpPr>
        <p:spPr>
          <a:xfrm>
            <a:off x="568325" y="1383866"/>
            <a:ext cx="2555240" cy="7670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dirty="0"/>
              <a:t>Higher education levels show higher &gt;50K rates.</a:t>
            </a:r>
            <a:r>
              <a:rPr lang="en-GB" sz="1200" dirty="0"/>
              <a:t> </a:t>
            </a:r>
            <a:endParaRPr lang="en-GB" sz="1200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dirty="0"/>
              <a:t>Bachelors, Masters, Doctorate groups stand out.</a:t>
            </a:r>
            <a:endParaRPr lang="en-US" altLang="zh-CN" sz="1200" dirty="0"/>
          </a:p>
        </p:txBody>
      </p:sp>
      <p:sp>
        <p:nvSpPr>
          <p:cNvPr id="2734" name="Google Shape;2734;p63"/>
          <p:cNvSpPr txBox="1">
            <a:spLocks noGrp="1"/>
          </p:cNvSpPr>
          <p:nvPr>
            <p:ph type="title" idx="9"/>
          </p:nvPr>
        </p:nvSpPr>
        <p:spPr>
          <a:xfrm>
            <a:off x="3405326" y="916970"/>
            <a:ext cx="2336400" cy="4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/>
              <a:t>Workclass</a:t>
            </a:r>
            <a:endParaRPr lang="en-US" altLang="zh-CN"/>
          </a:p>
        </p:txBody>
      </p:sp>
      <p:sp>
        <p:nvSpPr>
          <p:cNvPr id="2735" name="Google Shape;2735;p63"/>
          <p:cNvSpPr txBox="1">
            <a:spLocks noGrp="1"/>
          </p:cNvSpPr>
          <p:nvPr>
            <p:ph type="subTitle" idx="13"/>
          </p:nvPr>
        </p:nvSpPr>
        <p:spPr>
          <a:xfrm>
            <a:off x="3322955" y="1682110"/>
            <a:ext cx="2452370" cy="7670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dirty="0"/>
              <a:t>Self-employed incorporated workers have the highest &gt;50K rate, followed by government workers, while private-sector workers have a relatively lower &gt;50K rate.</a:t>
            </a:r>
            <a:endParaRPr lang="en-US" altLang="zh-CN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200" dirty="0"/>
          </a:p>
        </p:txBody>
      </p:sp>
      <p:sp>
        <p:nvSpPr>
          <p:cNvPr id="2736" name="Google Shape;2736;p63"/>
          <p:cNvSpPr txBox="1">
            <a:spLocks noGrp="1"/>
          </p:cNvSpPr>
          <p:nvPr>
            <p:ph type="title" idx="14"/>
          </p:nvPr>
        </p:nvSpPr>
        <p:spPr>
          <a:xfrm>
            <a:off x="6076283" y="916970"/>
            <a:ext cx="2336400" cy="4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/>
              <a:t>Family Structure</a:t>
            </a:r>
            <a:endParaRPr lang="en-US" altLang="zh-CN"/>
          </a:p>
        </p:txBody>
      </p:sp>
      <p:sp>
        <p:nvSpPr>
          <p:cNvPr id="2737" name="Google Shape;2737;p63"/>
          <p:cNvSpPr txBox="1">
            <a:spLocks noGrp="1"/>
          </p:cNvSpPr>
          <p:nvPr>
            <p:ph type="subTitle" idx="15"/>
          </p:nvPr>
        </p:nvSpPr>
        <p:spPr>
          <a:xfrm>
            <a:off x="6076315" y="1362700"/>
            <a:ext cx="2782570" cy="7670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dirty="0"/>
              <a:t>Marital status and relationship show clear income differences.</a:t>
            </a:r>
            <a:endParaRPr lang="en-US" altLang="zh-CN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dirty="0"/>
              <a:t>Household structure is strongly associated with income.</a:t>
            </a:r>
            <a:endParaRPr lang="en-US" altLang="zh-CN" sz="12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623" y="2583987"/>
            <a:ext cx="2735742" cy="16831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5474" y="2584128"/>
            <a:ext cx="2299895" cy="159859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6283" y="3482653"/>
            <a:ext cx="2634700" cy="158629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6283" y="2165685"/>
            <a:ext cx="2995461" cy="13004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9" name="Google Shape;2719;p63"/>
          <p:cNvSpPr txBox="1">
            <a:spLocks noGrp="1"/>
          </p:cNvSpPr>
          <p:nvPr>
            <p:ph type="ctrTitle" idx="6"/>
          </p:nvPr>
        </p:nvSpPr>
        <p:spPr>
          <a:xfrm>
            <a:off x="736646" y="373025"/>
            <a:ext cx="7672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/>
              <a:t>Exploratory Data Analysis</a:t>
            </a:r>
            <a:endParaRPr lang="en-US" altLang="zh-CN"/>
          </a:p>
        </p:txBody>
      </p:sp>
      <p:pic>
        <p:nvPicPr>
          <p:cNvPr id="2722" name="Google Shape;2722;p63"/>
          <p:cNvPicPr preferRelativeResize="0"/>
          <p:nvPr/>
        </p:nvPicPr>
        <p:blipFill>
          <a:blip r:embed="rId1">
            <a:alphaModFix amt="52000"/>
          </a:blip>
          <a:stretch>
            <a:fillRect/>
          </a:stretch>
        </p:blipFill>
        <p:spPr>
          <a:xfrm rot="-646972" flipH="1">
            <a:off x="3490282" y="793502"/>
            <a:ext cx="2152190" cy="709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3" name="Google Shape;2723;p63"/>
          <p:cNvPicPr preferRelativeResize="0"/>
          <p:nvPr/>
        </p:nvPicPr>
        <p:blipFill>
          <a:blip r:embed="rId2">
            <a:alphaModFix amt="52000"/>
          </a:blip>
          <a:stretch>
            <a:fillRect/>
          </a:stretch>
        </p:blipFill>
        <p:spPr>
          <a:xfrm rot="-561394" flipH="1">
            <a:off x="6572375" y="798236"/>
            <a:ext cx="2149103" cy="710545"/>
          </a:xfrm>
          <a:prstGeom prst="rect">
            <a:avLst/>
          </a:prstGeom>
          <a:noFill/>
          <a:ln>
            <a:noFill/>
          </a:ln>
        </p:spPr>
      </p:pic>
      <p:sp>
        <p:nvSpPr>
          <p:cNvPr id="2727" name="Google Shape;2727;p63"/>
          <p:cNvSpPr txBox="1">
            <a:spLocks noGrp="1"/>
          </p:cNvSpPr>
          <p:nvPr>
            <p:ph type="title"/>
          </p:nvPr>
        </p:nvSpPr>
        <p:spPr>
          <a:xfrm>
            <a:off x="3209507" y="944245"/>
            <a:ext cx="2802890" cy="4673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Age &amp; Working Hours</a:t>
            </a:r>
            <a:endParaRPr lang="en-US" altLang="zh-CN" dirty="0"/>
          </a:p>
        </p:txBody>
      </p:sp>
      <p:sp>
        <p:nvSpPr>
          <p:cNvPr id="2728" name="Google Shape;2728;p63"/>
          <p:cNvSpPr txBox="1">
            <a:spLocks noGrp="1"/>
          </p:cNvSpPr>
          <p:nvPr>
            <p:ph type="subTitle" idx="1"/>
          </p:nvPr>
        </p:nvSpPr>
        <p:spPr>
          <a:xfrm>
            <a:off x="2835277" y="1332865"/>
            <a:ext cx="3366135" cy="7670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dirty="0"/>
              <a:t>Older individuals and longer working hours are more likely linked with &gt;50K.</a:t>
            </a:r>
            <a:endParaRPr lang="en-US" altLang="zh-CN" sz="11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dirty="0"/>
              <a:t>But neither variable is strong enough alone.</a:t>
            </a:r>
            <a:endParaRPr lang="en-US" altLang="zh-CN" sz="1100" dirty="0"/>
          </a:p>
        </p:txBody>
      </p:sp>
      <p:sp>
        <p:nvSpPr>
          <p:cNvPr id="2729" name="Google Shape;2729;p63"/>
          <p:cNvSpPr txBox="1">
            <a:spLocks noGrp="1"/>
          </p:cNvSpPr>
          <p:nvPr>
            <p:ph type="title" idx="2"/>
          </p:nvPr>
        </p:nvSpPr>
        <p:spPr>
          <a:xfrm>
            <a:off x="6478726" y="947122"/>
            <a:ext cx="2336400" cy="4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/>
              <a:t>Data Quality Notes</a:t>
            </a:r>
            <a:endParaRPr lang="en-US" altLang="zh-CN"/>
          </a:p>
        </p:txBody>
      </p:sp>
      <p:sp>
        <p:nvSpPr>
          <p:cNvPr id="2730" name="Google Shape;2730;p63"/>
          <p:cNvSpPr txBox="1">
            <a:spLocks noGrp="1"/>
          </p:cNvSpPr>
          <p:nvPr>
            <p:ph type="subTitle" idx="3"/>
          </p:nvPr>
        </p:nvSpPr>
        <p:spPr>
          <a:xfrm>
            <a:off x="6095367" y="1358684"/>
            <a:ext cx="3147559" cy="7670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dirty="0"/>
              <a:t>Target class is imbalanced.</a:t>
            </a:r>
            <a:endParaRPr lang="en-US" altLang="zh-CN" sz="11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dirty="0"/>
              <a:t>Rare categories need cautious interpretation.</a:t>
            </a:r>
            <a:endParaRPr lang="en-US" altLang="zh-CN" sz="11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dirty="0"/>
              <a:t>Capital gain/loss flags are sparse but useful.</a:t>
            </a:r>
            <a:endParaRPr lang="en-US" altLang="zh-CN" sz="1100" dirty="0"/>
          </a:p>
        </p:txBody>
      </p:sp>
      <p:pic>
        <p:nvPicPr>
          <p:cNvPr id="9" name="图片 8"/>
          <p:cNvPicPr/>
          <p:nvPr/>
        </p:nvPicPr>
        <p:blipFill>
          <a:blip r:embed="rId3"/>
          <a:stretch>
            <a:fillRect/>
          </a:stretch>
        </p:blipFill>
        <p:spPr>
          <a:xfrm>
            <a:off x="6478908" y="2060793"/>
            <a:ext cx="2416174" cy="1403955"/>
          </a:xfrm>
          <a:prstGeom prst="rect">
            <a:avLst/>
          </a:prstGeom>
        </p:spPr>
      </p:pic>
      <p:pic>
        <p:nvPicPr>
          <p:cNvPr id="13" name="图片 12"/>
          <p:cNvPicPr/>
          <p:nvPr/>
        </p:nvPicPr>
        <p:blipFill>
          <a:blip r:embed="rId4"/>
          <a:stretch>
            <a:fillRect/>
          </a:stretch>
        </p:blipFill>
        <p:spPr>
          <a:xfrm>
            <a:off x="6480601" y="3501390"/>
            <a:ext cx="2416174" cy="154944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7703" y="2008688"/>
            <a:ext cx="2687534" cy="150816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7703" y="3542671"/>
            <a:ext cx="2687534" cy="1508164"/>
          </a:xfrm>
          <a:prstGeom prst="rect">
            <a:avLst/>
          </a:prstGeom>
        </p:spPr>
      </p:pic>
      <p:pic>
        <p:nvPicPr>
          <p:cNvPr id="2" name="Google Shape;2723;p63"/>
          <p:cNvPicPr preferRelativeResize="0"/>
          <p:nvPr/>
        </p:nvPicPr>
        <p:blipFill>
          <a:blip r:embed="rId2">
            <a:alphaModFix amt="52000"/>
          </a:blip>
          <a:stretch>
            <a:fillRect/>
          </a:stretch>
        </p:blipFill>
        <p:spPr>
          <a:xfrm rot="-561394" flipH="1">
            <a:off x="230817" y="760978"/>
            <a:ext cx="2149103" cy="71054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729;p63"/>
          <p:cNvSpPr txBox="1"/>
          <p:nvPr/>
        </p:nvSpPr>
        <p:spPr>
          <a:xfrm>
            <a:off x="137168" y="950825"/>
            <a:ext cx="23364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verpass Black"/>
              <a:buNone/>
              <a:defRPr sz="18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verpass Black"/>
              <a:buNone/>
              <a:defRPr sz="24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verpass Black"/>
              <a:buNone/>
              <a:defRPr sz="24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verpass Black"/>
              <a:buNone/>
              <a:defRPr sz="24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verpass Black"/>
              <a:buNone/>
              <a:defRPr sz="24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verpass Black"/>
              <a:buNone/>
              <a:defRPr sz="24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verpass Black"/>
              <a:buNone/>
              <a:defRPr sz="24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verpass Black"/>
              <a:buNone/>
              <a:defRPr sz="24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verpass Black"/>
              <a:buNone/>
              <a:defRPr sz="24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9pPr>
          </a:lstStyle>
          <a:p>
            <a:r>
              <a:rPr lang="zh-CN" altLang="zh-CN" dirty="0"/>
              <a:t>Race &amp; Sex</a:t>
            </a:r>
            <a:endParaRPr lang="en-US" altLang="zh-CN" dirty="0"/>
          </a:p>
        </p:txBody>
      </p:sp>
      <p:sp>
        <p:nvSpPr>
          <p:cNvPr id="6" name="Google Shape;2730;p63"/>
          <p:cNvSpPr txBox="1"/>
          <p:nvPr/>
        </p:nvSpPr>
        <p:spPr>
          <a:xfrm>
            <a:off x="-50647" y="1332865"/>
            <a:ext cx="3055433" cy="767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 panose="020B0606030504020204"/>
              <a:buNone/>
              <a:defRPr sz="14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 panose="020B0606030504020204"/>
              <a:buNone/>
              <a:defRPr sz="14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 panose="020B0606030504020204"/>
              <a:buNone/>
              <a:defRPr sz="14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 panose="020B0606030504020204"/>
              <a:buNone/>
              <a:defRPr sz="14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 panose="020B0606030504020204"/>
              <a:buNone/>
              <a:defRPr sz="14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 panose="020B0606030504020204"/>
              <a:buNone/>
              <a:defRPr sz="14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 panose="020B0606030504020204"/>
              <a:buNone/>
              <a:defRPr sz="14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 panose="020B0606030504020204"/>
              <a:buNone/>
              <a:defRPr sz="14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 panose="020B0606030504020204"/>
              <a:buNone/>
              <a:defRPr sz="14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9pPr>
          </a:lstStyle>
          <a:p>
            <a:pPr marL="0" indent="0"/>
            <a:r>
              <a:rPr lang="zh-CN" altLang="zh-CN" sz="1100" dirty="0"/>
              <a:t>Asian-Pacific-Islander and White groups show relatively higher </a:t>
            </a:r>
            <a:r>
              <a:rPr lang="zh-CN" altLang="zh-CN" sz="1200" dirty="0"/>
              <a:t>&gt;50K</a:t>
            </a:r>
            <a:r>
              <a:rPr lang="zh-CN" altLang="zh-CN" sz="1100" dirty="0"/>
              <a:t> proportions, while Female groups show a lower </a:t>
            </a:r>
            <a:r>
              <a:rPr lang="zh-CN" altLang="zh-CN" sz="1200" dirty="0"/>
              <a:t>&gt;50K</a:t>
            </a:r>
            <a:r>
              <a:rPr lang="zh-CN" altLang="zh-CN" sz="1100" dirty="0"/>
              <a:t> proportion than Male groups.</a:t>
            </a:r>
            <a:endParaRPr lang="en-US" altLang="zh-CN" sz="11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954" y="2065350"/>
            <a:ext cx="2160601" cy="160986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955" y="3671778"/>
            <a:ext cx="2115794" cy="147172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6" name="Google Shape;2186;p43"/>
          <p:cNvSpPr txBox="1">
            <a:spLocks noGrp="1"/>
          </p:cNvSpPr>
          <p:nvPr>
            <p:ph type="title" idx="2"/>
          </p:nvPr>
        </p:nvSpPr>
        <p:spPr>
          <a:xfrm>
            <a:off x="2646000" y="1012100"/>
            <a:ext cx="3852000" cy="179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800"/>
              <a:t>0</a:t>
            </a:r>
            <a:r>
              <a:rPr lang="en-US" altLang="en-GB" sz="13800"/>
              <a:t>5</a:t>
            </a:r>
            <a:endParaRPr lang="en-US" altLang="en-GB" sz="13800"/>
          </a:p>
        </p:txBody>
      </p:sp>
      <p:sp>
        <p:nvSpPr>
          <p:cNvPr id="2187" name="Google Shape;2187;p43"/>
          <p:cNvSpPr txBox="1">
            <a:spLocks noGrp="1"/>
          </p:cNvSpPr>
          <p:nvPr>
            <p:ph type="ctrTitle"/>
          </p:nvPr>
        </p:nvSpPr>
        <p:spPr>
          <a:xfrm>
            <a:off x="2646000" y="2594236"/>
            <a:ext cx="3852000" cy="7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Modeling</a:t>
            </a:r>
            <a:endParaRPr lang="en-US" altLang="en-GB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弧形 1"/>
          <p:cNvSpPr>
            <a:spLocks noGrp="1"/>
          </p:cNvSpPr>
          <p:nvPr/>
        </p:nvSpPr>
        <p:spPr>
          <a:xfrm>
            <a:off x="-928687" y="-785812"/>
            <a:ext cx="3714750" cy="2143125"/>
          </a:xfrm>
          <a:prstGeom prst="arc">
            <a:avLst/>
          </a:prstGeom>
          <a:solidFill>
            <a:srgbClr val="CFE8FA"/>
          </a:solidFill>
          <a:ln w="0">
            <a:noFill/>
            <a:prstDash val="solid"/>
          </a:ln>
        </p:spPr>
      </p:sp>
      <p:sp>
        <p:nvSpPr>
          <p:cNvPr id="3" name="弧形 2"/>
          <p:cNvSpPr>
            <a:spLocks noGrp="1"/>
          </p:cNvSpPr>
          <p:nvPr/>
        </p:nvSpPr>
        <p:spPr>
          <a:xfrm>
            <a:off x="6572250" y="3607594"/>
            <a:ext cx="3571875" cy="2035969"/>
          </a:xfrm>
          <a:prstGeom prst="arc">
            <a:avLst/>
          </a:prstGeom>
          <a:solidFill>
            <a:srgbClr val="DDEFFB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9144000" cy="64294"/>
          </a:xfrm>
          <a:prstGeom prst="rect">
            <a:avLst/>
          </a:prstGeom>
          <a:solidFill>
            <a:srgbClr val="174C7E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108156" y="257175"/>
            <a:ext cx="500063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2F73B8"/>
                </a:solidFill>
              </a:defRPr>
            </a:pPr>
            <a:r>
              <a:rPr sz="1015" b="1">
                <a:solidFill>
                  <a:srgbClr val="2F73B8"/>
                </a:solidFill>
              </a:rPr>
              <a:t>05</a:t>
            </a:r>
            <a:endParaRPr sz="1015" b="1">
              <a:solidFill>
                <a:srgbClr val="2F73B8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628265" y="256858"/>
            <a:ext cx="3000375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225" b="1">
                <a:solidFill>
                  <a:srgbClr val="163247"/>
                </a:solidFill>
              </a:defRPr>
            </a:pPr>
            <a:r>
              <a:rPr lang="en-GB" sz="2500" b="0">
                <a:solidFill>
                  <a:schemeClr val="dk2"/>
                </a:solidFill>
                <a:latin typeface="Overpass Black"/>
                <a:ea typeface="Overpass Black"/>
                <a:cs typeface="Overpass Black"/>
              </a:rPr>
              <a:t>Modeling</a:t>
            </a:r>
            <a:endParaRPr sz="2420" b="1">
              <a:solidFill>
                <a:srgbClr val="163247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14350" y="721360"/>
            <a:ext cx="642048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5C6F7B"/>
                </a:solidFill>
              </a:defRPr>
            </a:pPr>
            <a:r>
              <a:rPr sz="1125">
                <a:solidFill>
                  <a:srgbClr val="5C6F7B"/>
                </a:solidFill>
              </a:rPr>
              <a:t>Four classifiers were evaluated using the same preprocessing pipeline and independent test set.</a:t>
            </a:r>
            <a:endParaRPr sz="1125">
              <a:solidFill>
                <a:srgbClr val="5C6F7B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571875" y="942975"/>
            <a:ext cx="3893344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74C7E"/>
                </a:solidFill>
              </a:defRPr>
            </a:pPr>
            <a:r>
              <a:rPr sz="1350" b="1">
                <a:solidFill>
                  <a:srgbClr val="174C7E"/>
                </a:solidFill>
              </a:rPr>
              <a:t>Model Performance Comparison</a:t>
            </a:r>
            <a:endParaRPr sz="1350" b="1">
              <a:solidFill>
                <a:srgbClr val="174C7E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571875" y="1228725"/>
            <a:ext cx="1228725" cy="300038"/>
          </a:xfrm>
          <a:prstGeom prst="rect">
            <a:avLst/>
          </a:prstGeom>
          <a:solidFill>
            <a:srgbClr val="174C7E"/>
          </a:solidFill>
          <a:ln w="9525">
            <a:solidFill>
              <a:srgbClr val="174C7E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3629025" y="1300163"/>
            <a:ext cx="1114425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rPr sz="790" b="1">
                <a:solidFill>
                  <a:srgbClr val="FFFFFF"/>
                </a:solidFill>
              </a:rPr>
              <a:t>Model</a:t>
            </a:r>
            <a:endParaRPr sz="790" b="1">
              <a:solidFill>
                <a:srgbClr val="FFFFFF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800600" y="1228725"/>
            <a:ext cx="585788" cy="300038"/>
          </a:xfrm>
          <a:prstGeom prst="rect">
            <a:avLst/>
          </a:prstGeom>
          <a:solidFill>
            <a:srgbClr val="174C7E"/>
          </a:solidFill>
          <a:ln w="9525">
            <a:solidFill>
              <a:srgbClr val="174C7E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857750" y="1300163"/>
            <a:ext cx="471488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790" b="1">
                <a:solidFill>
                  <a:srgbClr val="FFFFFF"/>
                </a:solidFill>
              </a:rPr>
              <a:t>Acc.</a:t>
            </a:r>
            <a:endParaRPr sz="790" b="1">
              <a:solidFill>
                <a:srgbClr val="FFFFFF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386388" y="1228725"/>
            <a:ext cx="585788" cy="300038"/>
          </a:xfrm>
          <a:prstGeom prst="rect">
            <a:avLst/>
          </a:prstGeom>
          <a:solidFill>
            <a:srgbClr val="174C7E"/>
          </a:solidFill>
          <a:ln w="9525">
            <a:solidFill>
              <a:srgbClr val="174C7E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443538" y="1300163"/>
            <a:ext cx="471488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790" b="1">
                <a:solidFill>
                  <a:srgbClr val="FFFFFF"/>
                </a:solidFill>
              </a:rPr>
              <a:t>Prec.</a:t>
            </a:r>
            <a:endParaRPr sz="790" b="1">
              <a:solidFill>
                <a:srgbClr val="FFFFFF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972175" y="1228725"/>
            <a:ext cx="585788" cy="300038"/>
          </a:xfrm>
          <a:prstGeom prst="rect">
            <a:avLst/>
          </a:prstGeom>
          <a:solidFill>
            <a:srgbClr val="174C7E"/>
          </a:solidFill>
          <a:ln w="9525">
            <a:solidFill>
              <a:srgbClr val="174C7E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029325" y="1300163"/>
            <a:ext cx="471488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790" b="1">
                <a:solidFill>
                  <a:srgbClr val="FFFFFF"/>
                </a:solidFill>
              </a:rPr>
              <a:t>Recall</a:t>
            </a:r>
            <a:endParaRPr sz="790" b="1">
              <a:solidFill>
                <a:srgbClr val="FFFFFF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557963" y="1228725"/>
            <a:ext cx="585788" cy="300038"/>
          </a:xfrm>
          <a:prstGeom prst="rect">
            <a:avLst/>
          </a:prstGeom>
          <a:solidFill>
            <a:srgbClr val="174C7E"/>
          </a:solidFill>
          <a:ln w="9525">
            <a:solidFill>
              <a:srgbClr val="174C7E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615113" y="1300163"/>
            <a:ext cx="471488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790" b="1">
                <a:solidFill>
                  <a:srgbClr val="FFFFFF"/>
                </a:solidFill>
              </a:rPr>
              <a:t>F1</a:t>
            </a:r>
            <a:endParaRPr sz="790" b="1">
              <a:solidFill>
                <a:srgbClr val="FFFFFF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143750" y="1228725"/>
            <a:ext cx="585788" cy="300038"/>
          </a:xfrm>
          <a:prstGeom prst="rect">
            <a:avLst/>
          </a:prstGeom>
          <a:solidFill>
            <a:srgbClr val="174C7E"/>
          </a:solidFill>
          <a:ln w="9525">
            <a:solidFill>
              <a:srgbClr val="174C7E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200900" y="1300163"/>
            <a:ext cx="471488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790" b="1">
                <a:solidFill>
                  <a:srgbClr val="FFFFFF"/>
                </a:solidFill>
              </a:rPr>
              <a:t>ROC</a:t>
            </a:r>
            <a:endParaRPr sz="790" b="1">
              <a:solidFill>
                <a:srgbClr val="FFFFFF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729538" y="1228725"/>
            <a:ext cx="585788" cy="300038"/>
          </a:xfrm>
          <a:prstGeom prst="rect">
            <a:avLst/>
          </a:prstGeom>
          <a:solidFill>
            <a:srgbClr val="174C7E"/>
          </a:solidFill>
          <a:ln w="9525">
            <a:solidFill>
              <a:srgbClr val="174C7E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7786688" y="1300163"/>
            <a:ext cx="471488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790" b="1">
                <a:solidFill>
                  <a:srgbClr val="FFFFFF"/>
                </a:solidFill>
              </a:rPr>
              <a:t>PR</a:t>
            </a:r>
            <a:endParaRPr sz="790" b="1">
              <a:solidFill>
                <a:srgbClr val="FFFFFF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3571875" y="1528763"/>
            <a:ext cx="1228725" cy="300038"/>
          </a:xfrm>
          <a:prstGeom prst="rect">
            <a:avLst/>
          </a:prstGeom>
          <a:solidFill>
            <a:srgbClr val="FFFFFF"/>
          </a:solidFill>
          <a:ln w="9525">
            <a:solidFill>
              <a:srgbClr val="C8DCEB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3629025" y="1607344"/>
            <a:ext cx="1114425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63247"/>
                </a:solidFill>
              </a:defRPr>
            </a:pPr>
            <a:r>
              <a:rPr sz="790" b="1">
                <a:solidFill>
                  <a:srgbClr val="163247"/>
                </a:solidFill>
              </a:rPr>
              <a:t>Random Forest</a:t>
            </a:r>
            <a:endParaRPr sz="790" b="1">
              <a:solidFill>
                <a:srgbClr val="163247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4800600" y="1528763"/>
            <a:ext cx="585788" cy="300038"/>
          </a:xfrm>
          <a:prstGeom prst="rect">
            <a:avLst/>
          </a:prstGeom>
          <a:solidFill>
            <a:srgbClr val="FFFFFF"/>
          </a:solidFill>
          <a:ln w="9525">
            <a:solidFill>
              <a:srgbClr val="C8DCEB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4857750" y="1607344"/>
            <a:ext cx="471488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163247"/>
                </a:solidFill>
              </a:defRPr>
            </a:pPr>
            <a:r>
              <a:rPr sz="730" b="0">
                <a:solidFill>
                  <a:srgbClr val="163247"/>
                </a:solidFill>
              </a:rPr>
              <a:t>0.836</a:t>
            </a:r>
            <a:endParaRPr sz="730" b="0">
              <a:solidFill>
                <a:srgbClr val="163247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386388" y="1528763"/>
            <a:ext cx="585788" cy="300038"/>
          </a:xfrm>
          <a:prstGeom prst="rect">
            <a:avLst/>
          </a:prstGeom>
          <a:solidFill>
            <a:srgbClr val="FFFFFF"/>
          </a:solidFill>
          <a:ln w="9525">
            <a:solidFill>
              <a:srgbClr val="C8DCEB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5443538" y="1607344"/>
            <a:ext cx="471488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163247"/>
                </a:solidFill>
              </a:defRPr>
            </a:pPr>
            <a:r>
              <a:rPr sz="730" b="0">
                <a:solidFill>
                  <a:srgbClr val="163247"/>
                </a:solidFill>
              </a:rPr>
              <a:t>0.633</a:t>
            </a:r>
            <a:endParaRPr sz="730" b="0">
              <a:solidFill>
                <a:srgbClr val="163247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5972175" y="1528763"/>
            <a:ext cx="585788" cy="300038"/>
          </a:xfrm>
          <a:prstGeom prst="rect">
            <a:avLst/>
          </a:prstGeom>
          <a:solidFill>
            <a:srgbClr val="FFFFFF"/>
          </a:solidFill>
          <a:ln w="9525">
            <a:solidFill>
              <a:srgbClr val="C8DCEB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6029325" y="1607344"/>
            <a:ext cx="471488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163247"/>
                </a:solidFill>
              </a:defRPr>
            </a:pPr>
            <a:r>
              <a:rPr sz="730" b="0">
                <a:solidFill>
                  <a:srgbClr val="163247"/>
                </a:solidFill>
              </a:rPr>
              <a:t>0.762</a:t>
            </a:r>
            <a:endParaRPr sz="730" b="0">
              <a:solidFill>
                <a:srgbClr val="163247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557963" y="1528763"/>
            <a:ext cx="585788" cy="300038"/>
          </a:xfrm>
          <a:prstGeom prst="rect">
            <a:avLst/>
          </a:prstGeom>
          <a:solidFill>
            <a:srgbClr val="E7F5EC"/>
          </a:solidFill>
          <a:ln w="9525">
            <a:solidFill>
              <a:srgbClr val="C8DCEB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6615113" y="1607344"/>
            <a:ext cx="471488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2E8B57"/>
                </a:solidFill>
              </a:defRPr>
            </a:pPr>
            <a:r>
              <a:rPr sz="730" b="1">
                <a:solidFill>
                  <a:srgbClr val="2E8B57"/>
                </a:solidFill>
              </a:rPr>
              <a:t>0.692</a:t>
            </a:r>
            <a:endParaRPr sz="730" b="1">
              <a:solidFill>
                <a:srgbClr val="2E8B57"/>
              </a:solidFill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7143750" y="1528763"/>
            <a:ext cx="585788" cy="300038"/>
          </a:xfrm>
          <a:prstGeom prst="rect">
            <a:avLst/>
          </a:prstGeom>
          <a:solidFill>
            <a:srgbClr val="FFFFFF"/>
          </a:solidFill>
          <a:ln w="9525">
            <a:solidFill>
              <a:srgbClr val="C8DCEB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7200900" y="1607344"/>
            <a:ext cx="471488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163247"/>
                </a:solidFill>
              </a:defRPr>
            </a:pPr>
            <a:r>
              <a:rPr sz="730" b="0">
                <a:solidFill>
                  <a:srgbClr val="163247"/>
                </a:solidFill>
              </a:rPr>
              <a:t>0.898</a:t>
            </a:r>
            <a:endParaRPr sz="730" b="0">
              <a:solidFill>
                <a:srgbClr val="163247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7729538" y="1528763"/>
            <a:ext cx="585788" cy="300038"/>
          </a:xfrm>
          <a:prstGeom prst="rect">
            <a:avLst/>
          </a:prstGeom>
          <a:solidFill>
            <a:srgbClr val="FFFFFF"/>
          </a:solidFill>
          <a:ln w="9525">
            <a:solidFill>
              <a:srgbClr val="C8DCEB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7786688" y="1607344"/>
            <a:ext cx="471488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163247"/>
                </a:solidFill>
              </a:defRPr>
            </a:pPr>
            <a:r>
              <a:rPr sz="730" b="0">
                <a:solidFill>
                  <a:srgbClr val="163247"/>
                </a:solidFill>
              </a:rPr>
              <a:t>0.736</a:t>
            </a:r>
            <a:endParaRPr sz="730" b="0">
              <a:solidFill>
                <a:srgbClr val="163247"/>
              </a:solidFill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3571875" y="1828800"/>
            <a:ext cx="1228725" cy="300038"/>
          </a:xfrm>
          <a:prstGeom prst="rect">
            <a:avLst/>
          </a:prstGeom>
          <a:solidFill>
            <a:srgbClr val="F3F8FC"/>
          </a:solidFill>
          <a:ln w="9525">
            <a:solidFill>
              <a:srgbClr val="C8DCEB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3629025" y="1907381"/>
            <a:ext cx="1114425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63247"/>
                </a:solidFill>
              </a:defRPr>
            </a:pPr>
            <a:r>
              <a:rPr sz="790" b="1">
                <a:solidFill>
                  <a:srgbClr val="163247"/>
                </a:solidFill>
              </a:rPr>
              <a:t>Logistic Reg.</a:t>
            </a:r>
            <a:endParaRPr sz="790" b="1">
              <a:solidFill>
                <a:srgbClr val="163247"/>
              </a:solidFill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4800600" y="1828800"/>
            <a:ext cx="585788" cy="300038"/>
          </a:xfrm>
          <a:prstGeom prst="rect">
            <a:avLst/>
          </a:prstGeom>
          <a:solidFill>
            <a:srgbClr val="F3F8FC"/>
          </a:solidFill>
          <a:ln w="9525">
            <a:solidFill>
              <a:srgbClr val="C8DCEB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4857750" y="1907381"/>
            <a:ext cx="471488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163247"/>
                </a:solidFill>
              </a:defRPr>
            </a:pPr>
            <a:r>
              <a:rPr sz="730" b="0">
                <a:solidFill>
                  <a:srgbClr val="163247"/>
                </a:solidFill>
              </a:rPr>
              <a:t>0.803</a:t>
            </a:r>
            <a:endParaRPr sz="730" b="0">
              <a:solidFill>
                <a:srgbClr val="163247"/>
              </a:solidFill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5386388" y="1828800"/>
            <a:ext cx="585788" cy="300038"/>
          </a:xfrm>
          <a:prstGeom prst="rect">
            <a:avLst/>
          </a:prstGeom>
          <a:solidFill>
            <a:srgbClr val="F3F8FC"/>
          </a:solidFill>
          <a:ln w="9525">
            <a:solidFill>
              <a:srgbClr val="C8DCEB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5443538" y="1907381"/>
            <a:ext cx="471488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163247"/>
                </a:solidFill>
              </a:defRPr>
            </a:pPr>
            <a:r>
              <a:rPr sz="730" b="0">
                <a:solidFill>
                  <a:srgbClr val="163247"/>
                </a:solidFill>
              </a:rPr>
              <a:t>0.560</a:t>
            </a:r>
            <a:endParaRPr sz="730" b="0">
              <a:solidFill>
                <a:srgbClr val="163247"/>
              </a:solidFill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5972175" y="1828800"/>
            <a:ext cx="585788" cy="300038"/>
          </a:xfrm>
          <a:prstGeom prst="rect">
            <a:avLst/>
          </a:prstGeom>
          <a:solidFill>
            <a:srgbClr val="E7F5EC"/>
          </a:solidFill>
          <a:ln w="9525">
            <a:solidFill>
              <a:srgbClr val="C8DCEB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6029325" y="1907381"/>
            <a:ext cx="471488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2E8B57"/>
                </a:solidFill>
              </a:defRPr>
            </a:pPr>
            <a:r>
              <a:rPr sz="730" b="1">
                <a:solidFill>
                  <a:srgbClr val="2E8B57"/>
                </a:solidFill>
              </a:rPr>
              <a:t>0.850</a:t>
            </a:r>
            <a:endParaRPr sz="730" b="1">
              <a:solidFill>
                <a:srgbClr val="2E8B57"/>
              </a:solidFill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6557963" y="1828800"/>
            <a:ext cx="585788" cy="300038"/>
          </a:xfrm>
          <a:prstGeom prst="rect">
            <a:avLst/>
          </a:prstGeom>
          <a:solidFill>
            <a:srgbClr val="F3F8FC"/>
          </a:solidFill>
          <a:ln w="9525">
            <a:solidFill>
              <a:srgbClr val="C8DCEB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6615113" y="1907381"/>
            <a:ext cx="471488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163247"/>
                </a:solidFill>
              </a:defRPr>
            </a:pPr>
            <a:r>
              <a:rPr sz="730" b="0">
                <a:solidFill>
                  <a:srgbClr val="163247"/>
                </a:solidFill>
              </a:rPr>
              <a:t>0.675</a:t>
            </a:r>
            <a:endParaRPr sz="730" b="0">
              <a:solidFill>
                <a:srgbClr val="163247"/>
              </a:solidFill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7143750" y="1828800"/>
            <a:ext cx="585788" cy="300038"/>
          </a:xfrm>
          <a:prstGeom prst="rect">
            <a:avLst/>
          </a:prstGeom>
          <a:solidFill>
            <a:srgbClr val="F3F8FC"/>
          </a:solidFill>
          <a:ln w="9525">
            <a:solidFill>
              <a:srgbClr val="C8DCEB"/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7200900" y="1907381"/>
            <a:ext cx="471488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163247"/>
                </a:solidFill>
              </a:defRPr>
            </a:pPr>
            <a:r>
              <a:rPr sz="730" b="0">
                <a:solidFill>
                  <a:srgbClr val="163247"/>
                </a:solidFill>
              </a:rPr>
              <a:t>0.901</a:t>
            </a:r>
            <a:endParaRPr sz="730" b="0">
              <a:solidFill>
                <a:srgbClr val="163247"/>
              </a:solidFill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7729538" y="1828800"/>
            <a:ext cx="585788" cy="300038"/>
          </a:xfrm>
          <a:prstGeom prst="rect">
            <a:avLst/>
          </a:prstGeom>
          <a:solidFill>
            <a:srgbClr val="F3F8FC"/>
          </a:solidFill>
          <a:ln w="9525">
            <a:solidFill>
              <a:srgbClr val="C8DCEB"/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7786688" y="1907381"/>
            <a:ext cx="471488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163247"/>
                </a:solidFill>
              </a:defRPr>
            </a:pPr>
            <a:r>
              <a:rPr sz="730" b="0">
                <a:solidFill>
                  <a:srgbClr val="163247"/>
                </a:solidFill>
              </a:rPr>
              <a:t>0.745</a:t>
            </a:r>
            <a:endParaRPr sz="730" b="0">
              <a:solidFill>
                <a:srgbClr val="163247"/>
              </a:solidFill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3571875" y="2128838"/>
            <a:ext cx="1228725" cy="300038"/>
          </a:xfrm>
          <a:prstGeom prst="rect">
            <a:avLst/>
          </a:prstGeom>
          <a:solidFill>
            <a:srgbClr val="FFFFFF"/>
          </a:solidFill>
          <a:ln w="9525">
            <a:solidFill>
              <a:srgbClr val="C8DCEB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3629025" y="2207419"/>
            <a:ext cx="1114425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63247"/>
                </a:solidFill>
              </a:defRPr>
            </a:pPr>
            <a:r>
              <a:rPr sz="790" b="1">
                <a:solidFill>
                  <a:srgbClr val="163247"/>
                </a:solidFill>
              </a:rPr>
              <a:t>XGBoost</a:t>
            </a:r>
            <a:endParaRPr sz="790" b="1">
              <a:solidFill>
                <a:srgbClr val="163247"/>
              </a:solidFill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4800600" y="2128838"/>
            <a:ext cx="585788" cy="300038"/>
          </a:xfrm>
          <a:prstGeom prst="rect">
            <a:avLst/>
          </a:prstGeom>
          <a:solidFill>
            <a:srgbClr val="E7F5EC"/>
          </a:solidFill>
          <a:ln w="9525">
            <a:solidFill>
              <a:srgbClr val="C8DCEB"/>
            </a:solidFill>
            <a:prstDash val="solid"/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4857750" y="2207419"/>
            <a:ext cx="471488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2E8B57"/>
                </a:solidFill>
              </a:defRPr>
            </a:pPr>
            <a:r>
              <a:rPr sz="730" b="1">
                <a:solidFill>
                  <a:srgbClr val="2E8B57"/>
                </a:solidFill>
              </a:rPr>
              <a:t>0.851</a:t>
            </a:r>
            <a:endParaRPr sz="730" b="1">
              <a:solidFill>
                <a:srgbClr val="2E8B57"/>
              </a:solidFill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5386388" y="2128838"/>
            <a:ext cx="585788" cy="300038"/>
          </a:xfrm>
          <a:prstGeom prst="rect">
            <a:avLst/>
          </a:prstGeom>
          <a:solidFill>
            <a:srgbClr val="E7F5EC"/>
          </a:solidFill>
          <a:ln w="9525">
            <a:solidFill>
              <a:srgbClr val="C8DCEB"/>
            </a:solidFill>
            <a:prstDash val="solid"/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5443538" y="2207419"/>
            <a:ext cx="471488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2E8B57"/>
                </a:solidFill>
              </a:defRPr>
            </a:pPr>
            <a:r>
              <a:rPr sz="730" b="1">
                <a:solidFill>
                  <a:srgbClr val="2E8B57"/>
                </a:solidFill>
              </a:rPr>
              <a:t>0.717</a:t>
            </a:r>
            <a:endParaRPr sz="730" b="1">
              <a:solidFill>
                <a:srgbClr val="2E8B57"/>
              </a:solidFill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5972175" y="2128838"/>
            <a:ext cx="585788" cy="300038"/>
          </a:xfrm>
          <a:prstGeom prst="rect">
            <a:avLst/>
          </a:prstGeom>
          <a:solidFill>
            <a:srgbClr val="FFFFFF"/>
          </a:solidFill>
          <a:ln w="9525">
            <a:solidFill>
              <a:srgbClr val="C8DCEB"/>
            </a:solidFill>
            <a:prstDash val="solid"/>
          </a:ln>
        </p:spPr>
      </p:sp>
      <p:sp>
        <p:nvSpPr>
          <p:cNvPr id="68" name="矩形 67"/>
          <p:cNvSpPr>
            <a:spLocks noGrp="1"/>
          </p:cNvSpPr>
          <p:nvPr/>
        </p:nvSpPr>
        <p:spPr>
          <a:xfrm>
            <a:off x="6029325" y="2207419"/>
            <a:ext cx="471488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163247"/>
                </a:solidFill>
              </a:defRPr>
            </a:pPr>
            <a:r>
              <a:rPr sz="730" b="0">
                <a:solidFill>
                  <a:srgbClr val="163247"/>
                </a:solidFill>
              </a:rPr>
              <a:t>0.633</a:t>
            </a:r>
            <a:endParaRPr sz="730" b="0">
              <a:solidFill>
                <a:srgbClr val="163247"/>
              </a:solidFill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6557963" y="2128838"/>
            <a:ext cx="585788" cy="300038"/>
          </a:xfrm>
          <a:prstGeom prst="rect">
            <a:avLst/>
          </a:prstGeom>
          <a:solidFill>
            <a:srgbClr val="FFFFFF"/>
          </a:solidFill>
          <a:ln w="9525">
            <a:solidFill>
              <a:srgbClr val="C8DCEB"/>
            </a:solidFill>
            <a:prstDash val="solid"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6615113" y="2207419"/>
            <a:ext cx="471488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163247"/>
                </a:solidFill>
              </a:defRPr>
            </a:pPr>
            <a:r>
              <a:rPr sz="730" b="0">
                <a:solidFill>
                  <a:srgbClr val="163247"/>
                </a:solidFill>
              </a:rPr>
              <a:t>0.672</a:t>
            </a:r>
            <a:endParaRPr sz="730" b="0">
              <a:solidFill>
                <a:srgbClr val="163247"/>
              </a:solidFill>
            </a:endParaRP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7143750" y="2128838"/>
            <a:ext cx="585788" cy="300038"/>
          </a:xfrm>
          <a:prstGeom prst="rect">
            <a:avLst/>
          </a:prstGeom>
          <a:solidFill>
            <a:srgbClr val="E7F5EC"/>
          </a:solidFill>
          <a:ln w="9525">
            <a:solidFill>
              <a:srgbClr val="C8DCEB"/>
            </a:solidFill>
            <a:prstDash val="solid"/>
          </a:ln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7200900" y="2207419"/>
            <a:ext cx="471488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2E8B57"/>
                </a:solidFill>
              </a:defRPr>
            </a:pPr>
            <a:r>
              <a:rPr sz="730" b="1">
                <a:solidFill>
                  <a:srgbClr val="2E8B57"/>
                </a:solidFill>
              </a:rPr>
              <a:t>0.906</a:t>
            </a:r>
            <a:endParaRPr sz="730" b="1">
              <a:solidFill>
                <a:srgbClr val="2E8B57"/>
              </a:solidFill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7729538" y="2128838"/>
            <a:ext cx="585788" cy="300038"/>
          </a:xfrm>
          <a:prstGeom prst="rect">
            <a:avLst/>
          </a:prstGeom>
          <a:solidFill>
            <a:srgbClr val="E7F5EC"/>
          </a:solidFill>
          <a:ln w="9525">
            <a:solidFill>
              <a:srgbClr val="C8DCEB"/>
            </a:solidFill>
            <a:prstDash val="solid"/>
          </a:ln>
        </p:spPr>
      </p:sp>
      <p:sp>
        <p:nvSpPr>
          <p:cNvPr id="74" name="矩形 73"/>
          <p:cNvSpPr>
            <a:spLocks noGrp="1"/>
          </p:cNvSpPr>
          <p:nvPr/>
        </p:nvSpPr>
        <p:spPr>
          <a:xfrm>
            <a:off x="7786688" y="2207419"/>
            <a:ext cx="471488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2E8B57"/>
                </a:solidFill>
              </a:defRPr>
            </a:pPr>
            <a:r>
              <a:rPr sz="730" b="1">
                <a:solidFill>
                  <a:srgbClr val="2E8B57"/>
                </a:solidFill>
              </a:rPr>
              <a:t>0.759</a:t>
            </a:r>
            <a:endParaRPr sz="730" b="1">
              <a:solidFill>
                <a:srgbClr val="2E8B57"/>
              </a:solidFill>
            </a:endParaR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3571875" y="2428875"/>
            <a:ext cx="1228725" cy="300038"/>
          </a:xfrm>
          <a:prstGeom prst="rect">
            <a:avLst/>
          </a:prstGeom>
          <a:solidFill>
            <a:srgbClr val="F3F8FC"/>
          </a:solidFill>
          <a:ln w="9525">
            <a:solidFill>
              <a:srgbClr val="C8DCEB"/>
            </a:solidFill>
            <a:prstDash val="solid"/>
          </a:ln>
        </p:spPr>
      </p:sp>
      <p:sp>
        <p:nvSpPr>
          <p:cNvPr id="76" name="矩形 75"/>
          <p:cNvSpPr>
            <a:spLocks noGrp="1"/>
          </p:cNvSpPr>
          <p:nvPr/>
        </p:nvSpPr>
        <p:spPr>
          <a:xfrm>
            <a:off x="3629025" y="2507456"/>
            <a:ext cx="1114425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63247"/>
                </a:solidFill>
              </a:defRPr>
            </a:pPr>
            <a:r>
              <a:rPr sz="790" b="1">
                <a:solidFill>
                  <a:srgbClr val="163247"/>
                </a:solidFill>
              </a:rPr>
              <a:t>Decision Tree</a:t>
            </a:r>
            <a:endParaRPr sz="790" b="1">
              <a:solidFill>
                <a:srgbClr val="163247"/>
              </a:solidFill>
            </a:endParaRPr>
          </a:p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4800600" y="2428875"/>
            <a:ext cx="585788" cy="300038"/>
          </a:xfrm>
          <a:prstGeom prst="rect">
            <a:avLst/>
          </a:prstGeom>
          <a:solidFill>
            <a:srgbClr val="F3F8FC"/>
          </a:solidFill>
          <a:ln w="9525">
            <a:solidFill>
              <a:srgbClr val="C8DCEB"/>
            </a:solidFill>
            <a:prstDash val="solid"/>
          </a:ln>
        </p:spPr>
      </p:sp>
      <p:sp>
        <p:nvSpPr>
          <p:cNvPr id="78" name="矩形 77"/>
          <p:cNvSpPr>
            <a:spLocks noGrp="1"/>
          </p:cNvSpPr>
          <p:nvPr/>
        </p:nvSpPr>
        <p:spPr>
          <a:xfrm>
            <a:off x="4857750" y="2507456"/>
            <a:ext cx="471488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163247"/>
                </a:solidFill>
              </a:defRPr>
            </a:pPr>
            <a:r>
              <a:rPr sz="730" b="0">
                <a:solidFill>
                  <a:srgbClr val="163247"/>
                </a:solidFill>
              </a:rPr>
              <a:t>0.783</a:t>
            </a:r>
            <a:endParaRPr sz="730" b="0">
              <a:solidFill>
                <a:srgbClr val="163247"/>
              </a:solidFill>
            </a:endParaRPr>
          </a:p>
        </p:txBody>
      </p:sp>
      <p:sp>
        <p:nvSpPr>
          <p:cNvPr id="79" name="矩形 78"/>
          <p:cNvSpPr>
            <a:spLocks noGrp="1"/>
          </p:cNvSpPr>
          <p:nvPr/>
        </p:nvSpPr>
        <p:spPr>
          <a:xfrm>
            <a:off x="5386388" y="2428875"/>
            <a:ext cx="585788" cy="300038"/>
          </a:xfrm>
          <a:prstGeom prst="rect">
            <a:avLst/>
          </a:prstGeom>
          <a:solidFill>
            <a:srgbClr val="F3F8FC"/>
          </a:solidFill>
          <a:ln w="9525">
            <a:solidFill>
              <a:srgbClr val="C8DCEB"/>
            </a:solidFill>
            <a:prstDash val="solid"/>
          </a:ln>
        </p:spPr>
      </p:sp>
      <p:sp>
        <p:nvSpPr>
          <p:cNvPr id="80" name="矩形 79"/>
          <p:cNvSpPr>
            <a:spLocks noGrp="1"/>
          </p:cNvSpPr>
          <p:nvPr/>
        </p:nvSpPr>
        <p:spPr>
          <a:xfrm>
            <a:off x="5443538" y="2507456"/>
            <a:ext cx="471488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163247"/>
                </a:solidFill>
              </a:defRPr>
            </a:pPr>
            <a:r>
              <a:rPr sz="730" b="0">
                <a:solidFill>
                  <a:srgbClr val="163247"/>
                </a:solidFill>
              </a:rPr>
              <a:t>0.532</a:t>
            </a:r>
            <a:endParaRPr sz="730" b="0">
              <a:solidFill>
                <a:srgbClr val="163247"/>
              </a:solidFill>
            </a:endParaRPr>
          </a:p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5972175" y="2428875"/>
            <a:ext cx="585788" cy="300038"/>
          </a:xfrm>
          <a:prstGeom prst="rect">
            <a:avLst/>
          </a:prstGeom>
          <a:solidFill>
            <a:srgbClr val="F3F8FC"/>
          </a:solidFill>
          <a:ln w="9525">
            <a:solidFill>
              <a:srgbClr val="C8DCEB"/>
            </a:solidFill>
            <a:prstDash val="solid"/>
          </a:ln>
        </p:spPr>
      </p:sp>
      <p:sp>
        <p:nvSpPr>
          <p:cNvPr id="82" name="矩形 81"/>
          <p:cNvSpPr>
            <a:spLocks noGrp="1"/>
          </p:cNvSpPr>
          <p:nvPr/>
        </p:nvSpPr>
        <p:spPr>
          <a:xfrm>
            <a:off x="6029325" y="2507456"/>
            <a:ext cx="471488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163247"/>
                </a:solidFill>
              </a:defRPr>
            </a:pPr>
            <a:r>
              <a:rPr sz="730" b="0">
                <a:solidFill>
                  <a:srgbClr val="163247"/>
                </a:solidFill>
              </a:rPr>
              <a:t>0.831</a:t>
            </a:r>
            <a:endParaRPr sz="730" b="0">
              <a:solidFill>
                <a:srgbClr val="163247"/>
              </a:solidFill>
            </a:endParaRP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6557963" y="2428875"/>
            <a:ext cx="585788" cy="300038"/>
          </a:xfrm>
          <a:prstGeom prst="rect">
            <a:avLst/>
          </a:prstGeom>
          <a:solidFill>
            <a:srgbClr val="F3F8FC"/>
          </a:solidFill>
          <a:ln w="9525">
            <a:solidFill>
              <a:srgbClr val="C8DCEB"/>
            </a:solidFill>
            <a:prstDash val="solid"/>
          </a:ln>
        </p:spPr>
      </p:sp>
      <p:sp>
        <p:nvSpPr>
          <p:cNvPr id="84" name="矩形 83"/>
          <p:cNvSpPr>
            <a:spLocks noGrp="1"/>
          </p:cNvSpPr>
          <p:nvPr/>
        </p:nvSpPr>
        <p:spPr>
          <a:xfrm>
            <a:off x="6615113" y="2507456"/>
            <a:ext cx="471488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163247"/>
                </a:solidFill>
              </a:defRPr>
            </a:pPr>
            <a:r>
              <a:rPr sz="730" b="0">
                <a:solidFill>
                  <a:srgbClr val="163247"/>
                </a:solidFill>
              </a:rPr>
              <a:t>0.649</a:t>
            </a:r>
            <a:endParaRPr sz="730" b="0">
              <a:solidFill>
                <a:srgbClr val="163247"/>
              </a:solidFill>
            </a:endParaRPr>
          </a:p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7143750" y="2428875"/>
            <a:ext cx="585788" cy="300038"/>
          </a:xfrm>
          <a:prstGeom prst="rect">
            <a:avLst/>
          </a:prstGeom>
          <a:solidFill>
            <a:srgbClr val="F3F8FC"/>
          </a:solidFill>
          <a:ln w="9525">
            <a:solidFill>
              <a:srgbClr val="C8DCEB"/>
            </a:solidFill>
            <a:prstDash val="solid"/>
          </a:ln>
        </p:spPr>
      </p:sp>
      <p:sp>
        <p:nvSpPr>
          <p:cNvPr id="86" name="矩形 85"/>
          <p:cNvSpPr>
            <a:spLocks noGrp="1"/>
          </p:cNvSpPr>
          <p:nvPr/>
        </p:nvSpPr>
        <p:spPr>
          <a:xfrm>
            <a:off x="7200900" y="2507456"/>
            <a:ext cx="471488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163247"/>
                </a:solidFill>
              </a:defRPr>
            </a:pPr>
            <a:r>
              <a:rPr sz="730" b="0">
                <a:solidFill>
                  <a:srgbClr val="163247"/>
                </a:solidFill>
              </a:rPr>
              <a:t>0.880</a:t>
            </a:r>
            <a:endParaRPr sz="730" b="0">
              <a:solidFill>
                <a:srgbClr val="163247"/>
              </a:solidFill>
            </a:endParaRPr>
          </a:p>
        </p:txBody>
      </p:sp>
      <p:sp>
        <p:nvSpPr>
          <p:cNvPr id="87" name="矩形 86"/>
          <p:cNvSpPr>
            <a:spLocks noGrp="1"/>
          </p:cNvSpPr>
          <p:nvPr/>
        </p:nvSpPr>
        <p:spPr>
          <a:xfrm>
            <a:off x="7729538" y="2428875"/>
            <a:ext cx="585788" cy="300038"/>
          </a:xfrm>
          <a:prstGeom prst="rect">
            <a:avLst/>
          </a:prstGeom>
          <a:solidFill>
            <a:srgbClr val="F3F8FC"/>
          </a:solidFill>
          <a:ln w="9525">
            <a:solidFill>
              <a:srgbClr val="C8DCEB"/>
            </a:solidFill>
            <a:prstDash val="solid"/>
          </a:ln>
        </p:spPr>
      </p:sp>
      <p:sp>
        <p:nvSpPr>
          <p:cNvPr id="88" name="矩形 87"/>
          <p:cNvSpPr>
            <a:spLocks noGrp="1"/>
          </p:cNvSpPr>
          <p:nvPr/>
        </p:nvSpPr>
        <p:spPr>
          <a:xfrm>
            <a:off x="7786688" y="2507456"/>
            <a:ext cx="471488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163247"/>
                </a:solidFill>
              </a:defRPr>
            </a:pPr>
            <a:r>
              <a:rPr sz="730" b="0">
                <a:solidFill>
                  <a:srgbClr val="163247"/>
                </a:solidFill>
              </a:rPr>
              <a:t>0.705</a:t>
            </a:r>
            <a:endParaRPr sz="730" b="0">
              <a:solidFill>
                <a:srgbClr val="163247"/>
              </a:solidFill>
            </a:endParaRPr>
          </a:p>
        </p:txBody>
      </p:sp>
      <p:sp>
        <p:nvSpPr>
          <p:cNvPr id="89" name="圆角矩形 88"/>
          <p:cNvSpPr>
            <a:spLocks noGrp="1"/>
          </p:cNvSpPr>
          <p:nvPr/>
        </p:nvSpPr>
        <p:spPr>
          <a:xfrm>
            <a:off x="485775" y="3309144"/>
            <a:ext cx="1143000" cy="557213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3E5F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0" name="矩形 89"/>
          <p:cNvSpPr>
            <a:spLocks noGrp="1"/>
          </p:cNvSpPr>
          <p:nvPr/>
        </p:nvSpPr>
        <p:spPr>
          <a:xfrm>
            <a:off x="499745" y="3347720"/>
            <a:ext cx="1129030" cy="157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5C6F7B"/>
                </a:solidFill>
              </a:defRPr>
            </a:pPr>
            <a:r>
              <a:rPr sz="730" b="1">
                <a:solidFill>
                  <a:srgbClr val="5C6F7B"/>
                </a:solidFill>
              </a:rPr>
              <a:t>Selected final model</a:t>
            </a:r>
            <a:endParaRPr sz="730" b="1">
              <a:solidFill>
                <a:srgbClr val="5C6F7B"/>
              </a:solidFill>
            </a:endParaRPr>
          </a:p>
        </p:txBody>
      </p:sp>
      <p:sp>
        <p:nvSpPr>
          <p:cNvPr id="91" name="矩形 90"/>
          <p:cNvSpPr>
            <a:spLocks noGrp="1"/>
          </p:cNvSpPr>
          <p:nvPr/>
        </p:nvSpPr>
        <p:spPr>
          <a:xfrm>
            <a:off x="582930" y="3451701"/>
            <a:ext cx="914400" cy="2714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2E8B57"/>
                </a:solidFill>
              </a:defRPr>
            </a:pPr>
            <a:r>
              <a:rPr sz="1180" b="1">
                <a:solidFill>
                  <a:srgbClr val="2E8B57"/>
                </a:solidFill>
              </a:rPr>
              <a:t>Random Forest</a:t>
            </a:r>
            <a:endParaRPr sz="1180" b="1">
              <a:solidFill>
                <a:srgbClr val="2E8B57"/>
              </a:solidFill>
            </a:endParaRPr>
          </a:p>
        </p:txBody>
      </p:sp>
      <p:sp>
        <p:nvSpPr>
          <p:cNvPr id="92" name="圆角矩形 91"/>
          <p:cNvSpPr>
            <a:spLocks noGrp="1"/>
          </p:cNvSpPr>
          <p:nvPr/>
        </p:nvSpPr>
        <p:spPr>
          <a:xfrm>
            <a:off x="1757363" y="3309144"/>
            <a:ext cx="1143000" cy="557213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3E5F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3" name="矩形 92"/>
          <p:cNvSpPr>
            <a:spLocks noGrp="1"/>
          </p:cNvSpPr>
          <p:nvPr/>
        </p:nvSpPr>
        <p:spPr>
          <a:xfrm>
            <a:off x="1871663" y="3347720"/>
            <a:ext cx="914400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5C6F7B"/>
                </a:solidFill>
              </a:defRPr>
            </a:pPr>
            <a:r>
              <a:rPr sz="730" b="1">
                <a:solidFill>
                  <a:srgbClr val="5C6F7B"/>
                </a:solidFill>
              </a:rPr>
              <a:t>Best F1-score</a:t>
            </a:r>
            <a:endParaRPr sz="730" b="1">
              <a:solidFill>
                <a:srgbClr val="5C6F7B"/>
              </a:solidFill>
            </a:endParaRPr>
          </a:p>
        </p:txBody>
      </p:sp>
      <p:sp>
        <p:nvSpPr>
          <p:cNvPr id="94" name="矩形 93"/>
          <p:cNvSpPr>
            <a:spLocks noGrp="1"/>
          </p:cNvSpPr>
          <p:nvPr/>
        </p:nvSpPr>
        <p:spPr>
          <a:xfrm>
            <a:off x="1871663" y="3505041"/>
            <a:ext cx="914400" cy="2714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2E8B57"/>
                </a:solidFill>
              </a:defRPr>
            </a:pPr>
            <a:r>
              <a:rPr sz="1350" b="1">
                <a:solidFill>
                  <a:srgbClr val="2E8B57"/>
                </a:solidFill>
              </a:rPr>
              <a:t>0.6916</a:t>
            </a:r>
            <a:endParaRPr sz="1350" b="1">
              <a:solidFill>
                <a:srgbClr val="2E8B57"/>
              </a:solidFill>
            </a:endParaRPr>
          </a:p>
        </p:txBody>
      </p:sp>
      <p:sp>
        <p:nvSpPr>
          <p:cNvPr id="95" name="圆角矩形 94"/>
          <p:cNvSpPr>
            <a:spLocks noGrp="1"/>
          </p:cNvSpPr>
          <p:nvPr/>
        </p:nvSpPr>
        <p:spPr>
          <a:xfrm>
            <a:off x="485775" y="3923506"/>
            <a:ext cx="1143000" cy="557213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3E5F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6" name="矩形 95"/>
          <p:cNvSpPr>
            <a:spLocks noGrp="1"/>
          </p:cNvSpPr>
          <p:nvPr/>
        </p:nvSpPr>
        <p:spPr>
          <a:xfrm>
            <a:off x="600075" y="3962718"/>
            <a:ext cx="914400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5C6F7B"/>
                </a:solidFill>
              </a:defRPr>
            </a:pPr>
            <a:r>
              <a:rPr sz="730" b="1">
                <a:solidFill>
                  <a:srgbClr val="5C6F7B"/>
                </a:solidFill>
              </a:rPr>
              <a:t>Best ROC-AUC</a:t>
            </a:r>
            <a:endParaRPr sz="730" b="1">
              <a:solidFill>
                <a:srgbClr val="5C6F7B"/>
              </a:solidFill>
            </a:endParaRPr>
          </a:p>
        </p:txBody>
      </p:sp>
      <p:sp>
        <p:nvSpPr>
          <p:cNvPr id="97" name="矩形 96"/>
          <p:cNvSpPr>
            <a:spLocks noGrp="1"/>
          </p:cNvSpPr>
          <p:nvPr/>
        </p:nvSpPr>
        <p:spPr>
          <a:xfrm>
            <a:off x="600075" y="4139724"/>
            <a:ext cx="914400" cy="2714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D79A2B"/>
                </a:solidFill>
              </a:defRPr>
            </a:pPr>
            <a:r>
              <a:rPr sz="1350" b="1">
                <a:solidFill>
                  <a:srgbClr val="D79A2B"/>
                </a:solidFill>
              </a:rPr>
              <a:t>0.9063</a:t>
            </a:r>
            <a:endParaRPr sz="1350" b="1">
              <a:solidFill>
                <a:srgbClr val="D79A2B"/>
              </a:solidFill>
            </a:endParaRPr>
          </a:p>
        </p:txBody>
      </p:sp>
      <p:sp>
        <p:nvSpPr>
          <p:cNvPr id="98" name="圆角矩形 97"/>
          <p:cNvSpPr>
            <a:spLocks noGrp="1"/>
          </p:cNvSpPr>
          <p:nvPr/>
        </p:nvSpPr>
        <p:spPr>
          <a:xfrm>
            <a:off x="1757363" y="3923506"/>
            <a:ext cx="1143000" cy="557213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3E5F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9" name="矩形 98"/>
          <p:cNvSpPr>
            <a:spLocks noGrp="1"/>
          </p:cNvSpPr>
          <p:nvPr/>
        </p:nvSpPr>
        <p:spPr>
          <a:xfrm>
            <a:off x="1871663" y="3962083"/>
            <a:ext cx="914400" cy="1571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5C6F7B"/>
                </a:solidFill>
              </a:defRPr>
            </a:pPr>
            <a:r>
              <a:rPr sz="730" b="1">
                <a:solidFill>
                  <a:srgbClr val="5C6F7B"/>
                </a:solidFill>
              </a:rPr>
              <a:t>Best Recall</a:t>
            </a:r>
            <a:endParaRPr sz="730" b="1">
              <a:solidFill>
                <a:srgbClr val="5C6F7B"/>
              </a:solidFill>
            </a:endParaRPr>
          </a:p>
        </p:txBody>
      </p:sp>
      <p:sp>
        <p:nvSpPr>
          <p:cNvPr id="100" name="矩形 99"/>
          <p:cNvSpPr>
            <a:spLocks noGrp="1"/>
          </p:cNvSpPr>
          <p:nvPr/>
        </p:nvSpPr>
        <p:spPr>
          <a:xfrm>
            <a:off x="1871663" y="4139724"/>
            <a:ext cx="914400" cy="2714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2F73B8"/>
                </a:solidFill>
              </a:defRPr>
            </a:pPr>
            <a:r>
              <a:rPr sz="1350" b="1">
                <a:solidFill>
                  <a:srgbClr val="2F73B8"/>
                </a:solidFill>
              </a:rPr>
              <a:t>0.8501</a:t>
            </a:r>
            <a:endParaRPr sz="1350" b="1">
              <a:solidFill>
                <a:srgbClr val="2F73B8"/>
              </a:solidFill>
            </a:endParaRPr>
          </a:p>
        </p:txBody>
      </p:sp>
      <p:sp>
        <p:nvSpPr>
          <p:cNvPr id="101" name="矩形 100"/>
          <p:cNvSpPr>
            <a:spLocks noGrp="1"/>
          </p:cNvSpPr>
          <p:nvPr/>
        </p:nvSpPr>
        <p:spPr>
          <a:xfrm>
            <a:off x="528320" y="4481195"/>
            <a:ext cx="146621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74C7E"/>
                </a:solidFill>
              </a:defRPr>
            </a:pPr>
            <a:r>
              <a:rPr sz="955" b="1">
                <a:solidFill>
                  <a:srgbClr val="174C7E"/>
                </a:solidFill>
              </a:rPr>
              <a:t>Evaluation metrics</a:t>
            </a:r>
            <a:endParaRPr sz="955" b="1">
              <a:solidFill>
                <a:srgbClr val="174C7E"/>
              </a:solidFill>
            </a:endParaRPr>
          </a:p>
        </p:txBody>
      </p:sp>
      <p:pic>
        <p:nvPicPr>
          <p:cNvPr id="205" name="图片 2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325" y="2931795"/>
            <a:ext cx="3330575" cy="1644650"/>
          </a:xfrm>
          <a:prstGeom prst="roundRect">
            <a:avLst>
              <a:gd name="adj" fmla="val 2449"/>
            </a:avLst>
          </a:prstGeom>
        </p:spPr>
      </p:pic>
      <p:pic>
        <p:nvPicPr>
          <p:cNvPr id="206" name="图片 20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370" y="2840355"/>
            <a:ext cx="2166620" cy="2198370"/>
          </a:xfrm>
          <a:prstGeom prst="roundRect">
            <a:avLst>
              <a:gd name="adj" fmla="val 2449"/>
            </a:avLst>
          </a:prstGeom>
        </p:spPr>
      </p:pic>
      <p:sp>
        <p:nvSpPr>
          <p:cNvPr id="102" name="矩形 101"/>
          <p:cNvSpPr>
            <a:spLocks noGrp="1"/>
          </p:cNvSpPr>
          <p:nvPr/>
        </p:nvSpPr>
        <p:spPr>
          <a:xfrm>
            <a:off x="514350" y="4652486"/>
            <a:ext cx="2750344" cy="3857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C6F7B"/>
                </a:solidFill>
              </a:defRPr>
            </a:pPr>
            <a:r>
              <a:rPr sz="955">
                <a:solidFill>
                  <a:srgbClr val="5C6F7B"/>
                </a:solidFill>
              </a:rPr>
              <a:t>Accuracy, Precision, Recall, F1-score, ROC-AUC, and PR-AUC were used because the &gt;50K class is imbalanced.</a:t>
            </a:r>
            <a:endParaRPr sz="955">
              <a:solidFill>
                <a:srgbClr val="5C6F7B"/>
              </a:solidFill>
            </a:endParaRPr>
          </a:p>
        </p:txBody>
      </p:sp>
      <p:pic>
        <p:nvPicPr>
          <p:cNvPr id="104" name="图片 103" descr="62e85c0a8f5fcb77628e5e5524610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" y="949960"/>
            <a:ext cx="3246755" cy="235839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弧形 1"/>
          <p:cNvSpPr>
            <a:spLocks noGrp="1"/>
          </p:cNvSpPr>
          <p:nvPr/>
        </p:nvSpPr>
        <p:spPr>
          <a:xfrm>
            <a:off x="-928687" y="-785812"/>
            <a:ext cx="3714750" cy="2143125"/>
          </a:xfrm>
          <a:prstGeom prst="arc">
            <a:avLst/>
          </a:prstGeom>
          <a:solidFill>
            <a:srgbClr val="CFE8FA"/>
          </a:solidFill>
          <a:ln w="0">
            <a:noFill/>
            <a:prstDash val="solid"/>
          </a:ln>
        </p:spPr>
      </p:sp>
      <p:sp>
        <p:nvSpPr>
          <p:cNvPr id="3" name="弧形 2"/>
          <p:cNvSpPr>
            <a:spLocks noGrp="1"/>
          </p:cNvSpPr>
          <p:nvPr/>
        </p:nvSpPr>
        <p:spPr>
          <a:xfrm>
            <a:off x="6572250" y="3607594"/>
            <a:ext cx="3571875" cy="2035969"/>
          </a:xfrm>
          <a:prstGeom prst="arc">
            <a:avLst/>
          </a:prstGeom>
          <a:solidFill>
            <a:srgbClr val="DDEFFB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9144000" cy="64294"/>
          </a:xfrm>
          <a:prstGeom prst="rect">
            <a:avLst/>
          </a:prstGeom>
          <a:solidFill>
            <a:srgbClr val="174C7E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108156" y="257175"/>
            <a:ext cx="500063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2F73B8"/>
                </a:solidFill>
              </a:defRPr>
            </a:pPr>
            <a:r>
              <a:rPr sz="1015" b="1">
                <a:solidFill>
                  <a:srgbClr val="2F73B8"/>
                </a:solidFill>
              </a:rPr>
              <a:t>10</a:t>
            </a:r>
            <a:endParaRPr sz="1015" b="1">
              <a:solidFill>
                <a:srgbClr val="2F73B8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130425" y="257175"/>
            <a:ext cx="4866005" cy="4146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925" b="1">
                <a:solidFill>
                  <a:srgbClr val="163247"/>
                </a:solidFill>
              </a:defRPr>
            </a:pPr>
            <a:r>
              <a:rPr lang="en-GB" sz="2500" b="0">
                <a:solidFill>
                  <a:schemeClr val="dk2"/>
                </a:solidFill>
                <a:latin typeface="Overpass Black"/>
                <a:ea typeface="Overpass Black"/>
                <a:cs typeface="Overpass Black"/>
              </a:rPr>
              <a:t>SHAP Explanations: Global View</a:t>
            </a:r>
            <a:endParaRPr lang="en-GB" sz="2500" b="0">
              <a:solidFill>
                <a:schemeClr val="dk2"/>
              </a:solidFill>
              <a:latin typeface="Overpass Black"/>
              <a:ea typeface="Overpass Black"/>
              <a:cs typeface="Overpass Black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14350" y="714375"/>
            <a:ext cx="7000875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5C6F7B"/>
                </a:solidFill>
              </a:defRPr>
            </a:pPr>
            <a:r>
              <a:rPr sz="1070">
                <a:solidFill>
                  <a:srgbClr val="5C6F7B"/>
                </a:solidFill>
              </a:rPr>
              <a:t>SHAP explains both feature importance and the direction of each contribution.</a:t>
            </a:r>
            <a:endParaRPr sz="1070">
              <a:solidFill>
                <a:srgbClr val="5C6F7B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735" y="1404620"/>
            <a:ext cx="4048760" cy="2405380"/>
          </a:xfrm>
          <a:prstGeom prst="roundRect">
            <a:avLst>
              <a:gd name="adj" fmla="val 1500"/>
            </a:avLst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0780" y="1000125"/>
            <a:ext cx="3359785" cy="3157855"/>
          </a:xfrm>
          <a:prstGeom prst="roundRect">
            <a:avLst>
              <a:gd name="adj" fmla="val 1463"/>
            </a:avLst>
          </a:prstGeom>
        </p:spPr>
      </p:pic>
      <p:sp>
        <p:nvSpPr>
          <p:cNvPr id="9" name="圆角矩形 8"/>
          <p:cNvSpPr>
            <a:spLocks noGrp="1"/>
          </p:cNvSpPr>
          <p:nvPr/>
        </p:nvSpPr>
        <p:spPr>
          <a:xfrm>
            <a:off x="1014413" y="4286250"/>
            <a:ext cx="7072313" cy="414338"/>
          </a:xfrm>
          <a:prstGeom prst="roundRect">
            <a:avLst>
              <a:gd name="adj" fmla="val 10345"/>
            </a:avLst>
          </a:prstGeom>
          <a:solidFill>
            <a:srgbClr val="E8F4FC"/>
          </a:solidFill>
          <a:ln w="9525">
            <a:solidFill>
              <a:srgbClr val="BBD7E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223486" y="4286250"/>
            <a:ext cx="6679406" cy="395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4C7E"/>
                </a:solidFill>
              </a:defRPr>
            </a:pPr>
            <a:r>
              <a:rPr sz="1015" b="1">
                <a:solidFill>
                  <a:srgbClr val="174C7E"/>
                </a:solidFill>
              </a:rPr>
              <a:t>SHAP confirms that marital status, education, relationship, occupation, and age have the largest average effects on predictions.</a:t>
            </a:r>
            <a:endParaRPr sz="1015" b="1">
              <a:solidFill>
                <a:srgbClr val="174C7E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弧形 1"/>
          <p:cNvSpPr>
            <a:spLocks noGrp="1"/>
          </p:cNvSpPr>
          <p:nvPr/>
        </p:nvSpPr>
        <p:spPr>
          <a:xfrm>
            <a:off x="-928687" y="-785812"/>
            <a:ext cx="3714750" cy="2143125"/>
          </a:xfrm>
          <a:prstGeom prst="arc">
            <a:avLst/>
          </a:prstGeom>
          <a:solidFill>
            <a:srgbClr val="CFE8FA"/>
          </a:solidFill>
          <a:ln w="0">
            <a:noFill/>
            <a:prstDash val="solid"/>
          </a:ln>
        </p:spPr>
      </p:sp>
      <p:sp>
        <p:nvSpPr>
          <p:cNvPr id="3" name="弧形 2"/>
          <p:cNvSpPr>
            <a:spLocks noGrp="1"/>
          </p:cNvSpPr>
          <p:nvPr/>
        </p:nvSpPr>
        <p:spPr>
          <a:xfrm>
            <a:off x="6572250" y="3607594"/>
            <a:ext cx="3571875" cy="2035969"/>
          </a:xfrm>
          <a:prstGeom prst="arc">
            <a:avLst/>
          </a:prstGeom>
          <a:solidFill>
            <a:srgbClr val="DDEFFB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9144000" cy="64294"/>
          </a:xfrm>
          <a:prstGeom prst="rect">
            <a:avLst/>
          </a:prstGeom>
          <a:solidFill>
            <a:srgbClr val="174C7E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108156" y="257175"/>
            <a:ext cx="500063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2F73B8"/>
                </a:solidFill>
              </a:defRPr>
            </a:pPr>
            <a:r>
              <a:rPr sz="1015" b="1">
                <a:solidFill>
                  <a:srgbClr val="2F73B8"/>
                </a:solidFill>
              </a:rPr>
              <a:t>11</a:t>
            </a:r>
            <a:endParaRPr sz="1015" b="1">
              <a:solidFill>
                <a:srgbClr val="2F73B8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38530" y="245110"/>
            <a:ext cx="7267575" cy="4146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925" b="1">
                <a:solidFill>
                  <a:srgbClr val="163247"/>
                </a:solidFill>
              </a:defRPr>
            </a:pPr>
            <a:r>
              <a:rPr lang="en-GB" sz="2500" b="0">
                <a:solidFill>
                  <a:schemeClr val="dk2"/>
                </a:solidFill>
                <a:latin typeface="Overpass Black"/>
                <a:ea typeface="Overpass Black"/>
                <a:cs typeface="Overpass Black"/>
              </a:rPr>
              <a:t>SHAP Explanations: Local and Non-linear Effects</a:t>
            </a:r>
            <a:endParaRPr lang="en-GB" sz="2500" b="0">
              <a:solidFill>
                <a:schemeClr val="dk2"/>
              </a:solidFill>
              <a:latin typeface="Overpass Black"/>
              <a:ea typeface="Overpass Black"/>
              <a:cs typeface="Overpass Black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14350" y="714375"/>
            <a:ext cx="7000875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5C6F7B"/>
                </a:solidFill>
              </a:defRPr>
            </a:pPr>
            <a:r>
              <a:rPr sz="1070">
                <a:solidFill>
                  <a:srgbClr val="5C6F7B"/>
                </a:solidFill>
              </a:rPr>
              <a:t>Local explanations show why one prediction is high or low; dependence plots show feature response patterns.</a:t>
            </a:r>
            <a:endParaRPr sz="1070">
              <a:solidFill>
                <a:srgbClr val="5C6F7B"/>
              </a:solidFill>
            </a:endParaRPr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05638" y="1143000"/>
            <a:ext cx="3189301" cy="2643188"/>
          </a:xfrm>
          <a:prstGeom prst="roundRect">
            <a:avLst>
              <a:gd name="adj" fmla="val 1622"/>
            </a:avLst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753027" y="1143000"/>
            <a:ext cx="2924072" cy="2643188"/>
          </a:xfrm>
          <a:prstGeom prst="roundRect">
            <a:avLst>
              <a:gd name="adj" fmla="val 1622"/>
            </a:avLst>
          </a:prstGeom>
        </p:spPr>
      </p:pic>
      <p:sp>
        <p:nvSpPr>
          <p:cNvPr id="9" name="圆角矩形 8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785813" y="4000500"/>
            <a:ext cx="3250406" cy="58578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CDE3F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矩形 9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914400" y="4030028"/>
            <a:ext cx="2993231" cy="1857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2F73B8"/>
                </a:solidFill>
              </a:defRPr>
            </a:pPr>
            <a:r>
              <a:rPr sz="1070" b="1">
                <a:solidFill>
                  <a:srgbClr val="2F73B8"/>
                </a:solidFill>
              </a:rPr>
              <a:t>Age effect</a:t>
            </a:r>
            <a:endParaRPr sz="1070" b="1">
              <a:solidFill>
                <a:srgbClr val="2F73B8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914400" y="4246245"/>
            <a:ext cx="2993231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5C6F7B"/>
                </a:solidFill>
              </a:defRPr>
            </a:pPr>
            <a:r>
              <a:rPr sz="790">
                <a:solidFill>
                  <a:srgbClr val="5C6F7B"/>
                </a:solidFill>
              </a:rPr>
              <a:t>Age has a non-linear relationship with the predicted probability of earning more than $50K.</a:t>
            </a:r>
            <a:endParaRPr sz="790">
              <a:solidFill>
                <a:srgbClr val="5C6F7B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4643438" y="4000500"/>
            <a:ext cx="3250406" cy="58578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CDE3F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矩形 1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787741" y="4030028"/>
            <a:ext cx="2993231" cy="1857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2E8B57"/>
                </a:solidFill>
              </a:defRPr>
            </a:pPr>
            <a:r>
              <a:rPr sz="1070" b="1">
                <a:solidFill>
                  <a:srgbClr val="2E8B57"/>
                </a:solidFill>
              </a:rPr>
              <a:t>Individual explanation</a:t>
            </a:r>
            <a:endParaRPr sz="1070" b="1">
              <a:solidFill>
                <a:srgbClr val="2E8B57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4787741" y="4246245"/>
            <a:ext cx="2993231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5C6F7B"/>
                </a:solidFill>
              </a:defRPr>
            </a:pPr>
            <a:r>
              <a:rPr sz="790">
                <a:solidFill>
                  <a:srgbClr val="5C6F7B"/>
                </a:solidFill>
              </a:rPr>
              <a:t>The waterfall plot decomposes one prediction into positive and negative feature contributions.</a:t>
            </a:r>
            <a:endParaRPr sz="790">
              <a:solidFill>
                <a:srgbClr val="5C6F7B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6" name="Google Shape;2186;p43"/>
          <p:cNvSpPr txBox="1">
            <a:spLocks noGrp="1"/>
          </p:cNvSpPr>
          <p:nvPr>
            <p:ph type="title" idx="2"/>
          </p:nvPr>
        </p:nvSpPr>
        <p:spPr>
          <a:xfrm>
            <a:off x="2646000" y="1012100"/>
            <a:ext cx="3852000" cy="179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800"/>
              <a:t>0</a:t>
            </a:r>
            <a:r>
              <a:rPr lang="en-US" altLang="en-GB" sz="13800"/>
              <a:t>6</a:t>
            </a:r>
            <a:endParaRPr lang="en-US" altLang="en-GB" sz="13800"/>
          </a:p>
        </p:txBody>
      </p:sp>
      <p:sp>
        <p:nvSpPr>
          <p:cNvPr id="2187" name="Google Shape;2187;p43"/>
          <p:cNvSpPr txBox="1">
            <a:spLocks noGrp="1"/>
          </p:cNvSpPr>
          <p:nvPr>
            <p:ph type="ctrTitle"/>
          </p:nvPr>
        </p:nvSpPr>
        <p:spPr>
          <a:xfrm>
            <a:off x="2079625" y="2593975"/>
            <a:ext cx="5168900" cy="79311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/>
              <a:t>Streamlit Web App Deployment</a:t>
            </a:r>
            <a:endParaRPr lang="en-US" altLang="zh-C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弧形 1"/>
          <p:cNvSpPr>
            <a:spLocks noGrp="1"/>
          </p:cNvSpPr>
          <p:nvPr/>
        </p:nvSpPr>
        <p:spPr>
          <a:xfrm>
            <a:off x="-928687" y="-785812"/>
            <a:ext cx="3714750" cy="2143125"/>
          </a:xfrm>
          <a:prstGeom prst="arc">
            <a:avLst/>
          </a:prstGeom>
          <a:solidFill>
            <a:srgbClr val="CFE8FA"/>
          </a:solidFill>
          <a:ln w="0">
            <a:noFill/>
            <a:prstDash val="solid"/>
          </a:ln>
        </p:spPr>
      </p:sp>
      <p:sp>
        <p:nvSpPr>
          <p:cNvPr id="3" name="弧形 2"/>
          <p:cNvSpPr>
            <a:spLocks noGrp="1"/>
          </p:cNvSpPr>
          <p:nvPr/>
        </p:nvSpPr>
        <p:spPr>
          <a:xfrm>
            <a:off x="6572250" y="3607594"/>
            <a:ext cx="3571875" cy="2035969"/>
          </a:xfrm>
          <a:prstGeom prst="arc">
            <a:avLst/>
          </a:prstGeom>
          <a:solidFill>
            <a:srgbClr val="DDEFFB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9144000" cy="64294"/>
          </a:xfrm>
          <a:prstGeom prst="rect">
            <a:avLst/>
          </a:prstGeom>
          <a:solidFill>
            <a:srgbClr val="174C7E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108156" y="257175"/>
            <a:ext cx="500063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2F73B8"/>
                </a:solidFill>
              </a:defRPr>
            </a:pPr>
            <a:r>
              <a:rPr sz="1015" b="1">
                <a:solidFill>
                  <a:srgbClr val="2F73B8"/>
                </a:solidFill>
              </a:rPr>
              <a:t>06</a:t>
            </a:r>
            <a:endParaRPr sz="1015" b="1">
              <a:solidFill>
                <a:srgbClr val="2F73B8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979930" y="267494"/>
            <a:ext cx="514350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 b="1">
                <a:solidFill>
                  <a:srgbClr val="163247"/>
                </a:solidFill>
              </a:defRPr>
            </a:pPr>
            <a:r>
              <a:rPr lang="en-GB" sz="2500" b="0">
                <a:solidFill>
                  <a:schemeClr val="dk2"/>
                </a:solidFill>
                <a:latin typeface="Overpass Black"/>
                <a:ea typeface="Overpass Black"/>
                <a:cs typeface="Overpass Black"/>
              </a:rPr>
              <a:t>Streamlit Web App Deployment</a:t>
            </a:r>
            <a:endParaRPr lang="en-GB" sz="2500" b="0">
              <a:solidFill>
                <a:schemeClr val="dk2"/>
              </a:solidFill>
              <a:latin typeface="Overpass Black"/>
              <a:ea typeface="Overpass Black"/>
              <a:cs typeface="Overpass Black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607185" y="714375"/>
            <a:ext cx="5929313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5C6F7B"/>
                </a:solidFill>
              </a:defRPr>
            </a:pPr>
            <a:r>
              <a:rPr sz="1125">
                <a:solidFill>
                  <a:srgbClr val="5C6F7B"/>
                </a:solidFill>
              </a:rPr>
              <a:t>The app turns the trained income model into an interactive analytics and prediction demo.</a:t>
            </a:r>
            <a:endParaRPr sz="1125">
              <a:solidFill>
                <a:srgbClr val="5C6F7B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514350" y="1143000"/>
            <a:ext cx="3328988" cy="3028950"/>
          </a:xfrm>
          <a:prstGeom prst="roundRect">
            <a:avLst>
              <a:gd name="adj" fmla="val 1415"/>
            </a:avLst>
          </a:prstGeom>
          <a:solidFill>
            <a:srgbClr val="FFFFFF"/>
          </a:solidFill>
          <a:ln w="9525">
            <a:solidFill>
              <a:srgbClr val="CDE3F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" name="矩形 8"/>
          <p:cNvSpPr>
            <a:spLocks noGrp="1"/>
          </p:cNvSpPr>
          <p:nvPr/>
        </p:nvSpPr>
        <p:spPr>
          <a:xfrm>
            <a:off x="714375" y="1343025"/>
            <a:ext cx="1285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25" b="1">
                <a:solidFill>
                  <a:srgbClr val="174C7E"/>
                </a:solidFill>
              </a:defRPr>
            </a:pPr>
            <a:r>
              <a:rPr sz="1520" b="1">
                <a:solidFill>
                  <a:srgbClr val="174C7E"/>
                </a:solidFill>
              </a:rPr>
              <a:t>App pages</a:t>
            </a:r>
            <a:endParaRPr sz="1520" b="1">
              <a:solidFill>
                <a:srgbClr val="174C7E"/>
              </a:solidFill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728663" y="1728788"/>
            <a:ext cx="271463" cy="271463"/>
          </a:xfrm>
          <a:prstGeom prst="ellipse">
            <a:avLst/>
          </a:prstGeom>
          <a:solidFill>
            <a:srgbClr val="174C7E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14375" y="1757680"/>
            <a:ext cx="31305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790" b="1">
                <a:solidFill>
                  <a:srgbClr val="FFFFFF"/>
                </a:solidFill>
              </a:rPr>
              <a:t>01</a:t>
            </a:r>
            <a:endParaRPr sz="790" b="1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28713" y="1714500"/>
            <a:ext cx="2214563" cy="1857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63247"/>
                </a:solidFill>
              </a:defRPr>
            </a:pPr>
            <a:r>
              <a:rPr sz="1125" b="1">
                <a:solidFill>
                  <a:srgbClr val="163247"/>
                </a:solidFill>
              </a:rPr>
              <a:t>Dataset Explorer</a:t>
            </a:r>
            <a:endParaRPr sz="1125" b="1">
              <a:solidFill>
                <a:srgbClr val="163247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28713" y="1914525"/>
            <a:ext cx="235743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5C6F7B"/>
                </a:solidFill>
              </a:defRPr>
            </a:pPr>
            <a:r>
              <a:rPr sz="845">
                <a:solidFill>
                  <a:srgbClr val="5C6F7B"/>
                </a:solidFill>
              </a:rPr>
              <a:t>Explore distributions and workforce-related income patterns.</a:t>
            </a:r>
            <a:endParaRPr sz="845">
              <a:solidFill>
                <a:srgbClr val="5C6F7B"/>
              </a:solidFill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728663" y="2271713"/>
            <a:ext cx="271463" cy="271463"/>
          </a:xfrm>
          <a:prstGeom prst="ellipse">
            <a:avLst/>
          </a:prstGeom>
          <a:solidFill>
            <a:srgbClr val="174C7E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15645" y="2303145"/>
            <a:ext cx="29908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790" b="1">
                <a:solidFill>
                  <a:srgbClr val="FFFFFF"/>
                </a:solidFill>
              </a:rPr>
              <a:t>02</a:t>
            </a:r>
            <a:endParaRPr sz="790" b="1">
              <a:solidFill>
                <a:srgbClr val="FFFFF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128713" y="2257425"/>
            <a:ext cx="2214563" cy="1857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63247"/>
                </a:solidFill>
              </a:defRPr>
            </a:pPr>
            <a:r>
              <a:rPr sz="1125" b="1">
                <a:solidFill>
                  <a:srgbClr val="163247"/>
                </a:solidFill>
              </a:rPr>
              <a:t>Prediction Center</a:t>
            </a:r>
            <a:endParaRPr sz="1125" b="1">
              <a:solidFill>
                <a:srgbClr val="163247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128713" y="2457450"/>
            <a:ext cx="235743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5C6F7B"/>
                </a:solidFill>
              </a:defRPr>
            </a:pPr>
            <a:r>
              <a:rPr sz="845">
                <a:solidFill>
                  <a:srgbClr val="5C6F7B"/>
                </a:solidFill>
              </a:rPr>
              <a:t>Run individual or batch predictions with model comparison.</a:t>
            </a:r>
            <a:endParaRPr sz="845">
              <a:solidFill>
                <a:srgbClr val="5C6F7B"/>
              </a:solidFill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728663" y="2814638"/>
            <a:ext cx="271463" cy="271463"/>
          </a:xfrm>
          <a:prstGeom prst="ellipse">
            <a:avLst/>
          </a:prstGeom>
          <a:solidFill>
            <a:srgbClr val="174C7E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14375" y="2843530"/>
            <a:ext cx="2984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790" b="1">
                <a:solidFill>
                  <a:srgbClr val="FFFFFF"/>
                </a:solidFill>
              </a:rPr>
              <a:t>03</a:t>
            </a:r>
            <a:endParaRPr sz="790" b="1">
              <a:solidFill>
                <a:srgbClr val="FFFFFF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128713" y="2800350"/>
            <a:ext cx="2214563" cy="1857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63247"/>
                </a:solidFill>
              </a:defRPr>
            </a:pPr>
            <a:r>
              <a:rPr sz="1125" b="1">
                <a:solidFill>
                  <a:srgbClr val="163247"/>
                </a:solidFill>
              </a:rPr>
              <a:t>What-if Analysis</a:t>
            </a:r>
            <a:endParaRPr sz="1125" b="1">
              <a:solidFill>
                <a:srgbClr val="163247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128713" y="3000375"/>
            <a:ext cx="235743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5C6F7B"/>
                </a:solidFill>
              </a:defRPr>
            </a:pPr>
            <a:r>
              <a:rPr sz="845">
                <a:solidFill>
                  <a:srgbClr val="5C6F7B"/>
                </a:solidFill>
              </a:rPr>
              <a:t>Modify profile features and observe probability changes.</a:t>
            </a:r>
            <a:endParaRPr sz="845">
              <a:solidFill>
                <a:srgbClr val="5C6F7B"/>
              </a:solidFill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728663" y="3357563"/>
            <a:ext cx="271463" cy="271463"/>
          </a:xfrm>
          <a:prstGeom prst="ellipse">
            <a:avLst/>
          </a:prstGeom>
          <a:solidFill>
            <a:srgbClr val="174C7E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06755" y="3386455"/>
            <a:ext cx="3206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790" b="1">
                <a:solidFill>
                  <a:srgbClr val="FFFFFF"/>
                </a:solidFill>
              </a:rPr>
              <a:t>04</a:t>
            </a:r>
            <a:endParaRPr sz="790" b="1">
              <a:solidFill>
                <a:srgbClr val="FFFFFF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129030" y="3343275"/>
            <a:ext cx="2412365" cy="1860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63247"/>
                </a:solidFill>
              </a:defRPr>
            </a:pPr>
            <a:r>
              <a:rPr sz="1125" b="1">
                <a:solidFill>
                  <a:srgbClr val="163247"/>
                </a:solidFill>
              </a:rPr>
              <a:t>Model Performance Dashboard</a:t>
            </a:r>
            <a:endParaRPr sz="1125" b="1">
              <a:solidFill>
                <a:srgbClr val="163247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28713" y="3543300"/>
            <a:ext cx="235743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5C6F7B"/>
                </a:solidFill>
              </a:defRPr>
            </a:pPr>
            <a:r>
              <a:rPr sz="845">
                <a:solidFill>
                  <a:srgbClr val="5C6F7B"/>
                </a:solidFill>
              </a:rPr>
              <a:t>Review metrics, thresholds, ROC/PR curves, and confusion matrices.</a:t>
            </a:r>
            <a:endParaRPr sz="845">
              <a:solidFill>
                <a:srgbClr val="5C6F7B"/>
              </a:solidFill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4179094" y="1143000"/>
            <a:ext cx="4000500" cy="3028950"/>
          </a:xfrm>
          <a:prstGeom prst="roundRect">
            <a:avLst>
              <a:gd name="adj" fmla="val 1415"/>
            </a:avLst>
          </a:prstGeom>
          <a:solidFill>
            <a:srgbClr val="FFFFFF"/>
          </a:solidFill>
          <a:ln w="9525">
            <a:solidFill>
              <a:srgbClr val="CDE3F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7" name="矩形 26"/>
          <p:cNvSpPr>
            <a:spLocks noGrp="1"/>
          </p:cNvSpPr>
          <p:nvPr/>
        </p:nvSpPr>
        <p:spPr>
          <a:xfrm>
            <a:off x="4393406" y="1343025"/>
            <a:ext cx="1643063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25" b="1">
                <a:solidFill>
                  <a:srgbClr val="174C7E"/>
                </a:solidFill>
              </a:defRPr>
            </a:pPr>
            <a:r>
              <a:rPr sz="1520" b="1">
                <a:solidFill>
                  <a:srgbClr val="174C7E"/>
                </a:solidFill>
              </a:rPr>
              <a:t>Demo functions</a:t>
            </a:r>
            <a:endParaRPr sz="1520" b="1">
              <a:solidFill>
                <a:srgbClr val="174C7E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4429125" y="1729105"/>
            <a:ext cx="1643380" cy="573405"/>
          </a:xfrm>
          <a:prstGeom prst="roundRect">
            <a:avLst>
              <a:gd name="adj" fmla="val 8333"/>
            </a:avLst>
          </a:prstGeom>
          <a:solidFill>
            <a:srgbClr val="F2F8FD"/>
          </a:solidFill>
          <a:ln w="9525">
            <a:solidFill>
              <a:srgbClr val="D6E7F2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4536281" y="1757839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63247"/>
                </a:solidFill>
              </a:defRPr>
            </a:pPr>
            <a:r>
              <a:rPr sz="955" b="1">
                <a:solidFill>
                  <a:srgbClr val="163247"/>
                </a:solidFill>
              </a:rPr>
              <a:t>Individual prediction</a:t>
            </a:r>
            <a:endParaRPr sz="955" b="1">
              <a:solidFill>
                <a:srgbClr val="163247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536440" y="1950720"/>
            <a:ext cx="1529080" cy="2146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40">
                <a:solidFill>
                  <a:srgbClr val="5C6F7B"/>
                </a:solidFill>
              </a:defRPr>
            </a:pPr>
            <a:r>
              <a:rPr sz="705">
                <a:solidFill>
                  <a:srgbClr val="5C6F7B"/>
                </a:solidFill>
              </a:rPr>
              <a:t>Manual feature inputs return class, probability, and confidence.</a:t>
            </a:r>
            <a:endParaRPr sz="705">
              <a:solidFill>
                <a:srgbClr val="5C6F7B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6250940" y="1729105"/>
            <a:ext cx="1643380" cy="574040"/>
          </a:xfrm>
          <a:prstGeom prst="roundRect">
            <a:avLst>
              <a:gd name="adj" fmla="val 8333"/>
            </a:avLst>
          </a:prstGeom>
          <a:solidFill>
            <a:srgbClr val="F7FBFF"/>
          </a:solidFill>
          <a:ln w="9525">
            <a:solidFill>
              <a:srgbClr val="D6E7F2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357938" y="1757839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63247"/>
                </a:solidFill>
              </a:defRPr>
            </a:pPr>
            <a:r>
              <a:rPr sz="955" b="1">
                <a:solidFill>
                  <a:srgbClr val="163247"/>
                </a:solidFill>
              </a:rPr>
              <a:t>Batch prediction</a:t>
            </a:r>
            <a:endParaRPr sz="955" b="1">
              <a:solidFill>
                <a:srgbClr val="163247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358255" y="1950720"/>
            <a:ext cx="1524635" cy="2146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40">
                <a:solidFill>
                  <a:srgbClr val="5C6F7B"/>
                </a:solidFill>
              </a:defRPr>
            </a:pPr>
            <a:r>
              <a:rPr sz="705">
                <a:solidFill>
                  <a:srgbClr val="5C6F7B"/>
                </a:solidFill>
              </a:rPr>
              <a:t>CSV upload produces predictions and downloadable results.</a:t>
            </a:r>
            <a:endParaRPr sz="705">
              <a:solidFill>
                <a:srgbClr val="5C6F7B"/>
              </a:solidFill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4429125" y="2414905"/>
            <a:ext cx="1643380" cy="584835"/>
          </a:xfrm>
          <a:prstGeom prst="roundRect">
            <a:avLst>
              <a:gd name="adj" fmla="val 8333"/>
            </a:avLst>
          </a:prstGeom>
          <a:solidFill>
            <a:srgbClr val="F2F8FD"/>
          </a:solidFill>
          <a:ln w="9525">
            <a:solidFill>
              <a:srgbClr val="D6E7F2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4536440" y="2443480"/>
            <a:ext cx="149923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63247"/>
                </a:solidFill>
              </a:defRPr>
            </a:pPr>
            <a:r>
              <a:rPr sz="955" b="1">
                <a:solidFill>
                  <a:srgbClr val="163247"/>
                </a:solidFill>
              </a:rPr>
              <a:t>Threshold adjustment</a:t>
            </a:r>
            <a:endParaRPr sz="955" b="1">
              <a:solidFill>
                <a:srgbClr val="163247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4536281" y="2643346"/>
            <a:ext cx="1428750" cy="2143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40">
                <a:solidFill>
                  <a:srgbClr val="5C6F7B"/>
                </a:solidFill>
              </a:defRPr>
            </a:pPr>
            <a:r>
              <a:rPr sz="705">
                <a:solidFill>
                  <a:srgbClr val="5C6F7B"/>
                </a:solidFill>
              </a:rPr>
              <a:t>Sliders show precision/recall trade-offs at different cutoffs.</a:t>
            </a:r>
            <a:endParaRPr sz="705">
              <a:solidFill>
                <a:srgbClr val="5C6F7B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6250940" y="2414905"/>
            <a:ext cx="1643380" cy="584835"/>
          </a:xfrm>
          <a:prstGeom prst="roundRect">
            <a:avLst>
              <a:gd name="adj" fmla="val 8333"/>
            </a:avLst>
          </a:prstGeom>
          <a:solidFill>
            <a:srgbClr val="F7FBFF"/>
          </a:solidFill>
          <a:ln w="9525">
            <a:solidFill>
              <a:srgbClr val="D6E7F2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6357938" y="2427764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63247"/>
                </a:solidFill>
              </a:defRPr>
            </a:pPr>
            <a:r>
              <a:rPr sz="955" b="1">
                <a:solidFill>
                  <a:srgbClr val="163247"/>
                </a:solidFill>
              </a:rPr>
              <a:t>Model comparison</a:t>
            </a:r>
            <a:endParaRPr sz="955" b="1">
              <a:solidFill>
                <a:srgbClr val="163247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357620" y="2585720"/>
            <a:ext cx="1429385" cy="2146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40">
                <a:solidFill>
                  <a:srgbClr val="5C6F7B"/>
                </a:solidFill>
              </a:defRPr>
            </a:pPr>
            <a:r>
              <a:rPr sz="705">
                <a:solidFill>
                  <a:srgbClr val="5C6F7B"/>
                </a:solidFill>
              </a:rPr>
              <a:t>Users can compare Logistic Regression, Decision Tree, Random Forest, and XGBoost.</a:t>
            </a:r>
            <a:endParaRPr sz="705">
              <a:solidFill>
                <a:srgbClr val="5C6F7B"/>
              </a:solidFill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4429125" y="3100388"/>
            <a:ext cx="1643063" cy="514350"/>
          </a:xfrm>
          <a:prstGeom prst="roundRect">
            <a:avLst>
              <a:gd name="adj" fmla="val 8333"/>
            </a:avLst>
          </a:prstGeom>
          <a:solidFill>
            <a:srgbClr val="F2F8FD"/>
          </a:solidFill>
          <a:ln w="9525">
            <a:solidFill>
              <a:srgbClr val="D6E7F2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4543425" y="3114675"/>
            <a:ext cx="152908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63247"/>
                </a:solidFill>
              </a:defRPr>
            </a:pPr>
            <a:r>
              <a:rPr sz="955" b="1">
                <a:solidFill>
                  <a:srgbClr val="163247"/>
                </a:solidFill>
              </a:rPr>
              <a:t>Prediction explanation</a:t>
            </a:r>
            <a:endParaRPr sz="955" b="1">
              <a:solidFill>
                <a:srgbClr val="163247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4536281" y="3285331"/>
            <a:ext cx="1428750" cy="2143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40">
                <a:solidFill>
                  <a:srgbClr val="5C6F7B"/>
                </a:solidFill>
              </a:defRPr>
            </a:pPr>
            <a:r>
              <a:rPr sz="705">
                <a:solidFill>
                  <a:srgbClr val="5C6F7B"/>
                </a:solidFill>
              </a:rPr>
              <a:t>Local contribution chart explains key feature drivers.</a:t>
            </a:r>
            <a:endParaRPr sz="705">
              <a:solidFill>
                <a:srgbClr val="5C6F7B"/>
              </a:solidFill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6250781" y="3100388"/>
            <a:ext cx="1643063" cy="514350"/>
          </a:xfrm>
          <a:prstGeom prst="roundRect">
            <a:avLst>
              <a:gd name="adj" fmla="val 8333"/>
            </a:avLst>
          </a:prstGeom>
          <a:solidFill>
            <a:srgbClr val="F7FBFF"/>
          </a:solidFill>
          <a:ln w="9525">
            <a:solidFill>
              <a:srgbClr val="D6E7F2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6357938" y="3114834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63247"/>
                </a:solidFill>
              </a:defRPr>
            </a:pPr>
            <a:r>
              <a:rPr sz="955" b="1">
                <a:solidFill>
                  <a:srgbClr val="163247"/>
                </a:solidFill>
              </a:rPr>
              <a:t>What-if simulation</a:t>
            </a:r>
            <a:endParaRPr sz="955" b="1">
              <a:solidFill>
                <a:srgbClr val="163247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6357938" y="3285966"/>
            <a:ext cx="1428750" cy="2143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40">
                <a:solidFill>
                  <a:srgbClr val="5C6F7B"/>
                </a:solidFill>
              </a:defRPr>
            </a:pPr>
            <a:r>
              <a:rPr sz="705">
                <a:solidFill>
                  <a:srgbClr val="5C6F7B"/>
                </a:solidFill>
              </a:rPr>
              <a:t>Scenario changes show how income probability responds.</a:t>
            </a:r>
            <a:endParaRPr sz="705">
              <a:solidFill>
                <a:srgbClr val="5C6F7B"/>
              </a:solidFill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1014413" y="4371975"/>
            <a:ext cx="7086600" cy="414338"/>
          </a:xfrm>
          <a:prstGeom prst="roundRect">
            <a:avLst>
              <a:gd name="adj" fmla="val 10345"/>
            </a:avLst>
          </a:prstGeom>
          <a:solidFill>
            <a:srgbClr val="E8F4FC"/>
          </a:solidFill>
          <a:ln w="9525">
            <a:solidFill>
              <a:srgbClr val="BBD7EA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1238885" y="4371975"/>
            <a:ext cx="6644005" cy="414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74C7E"/>
                </a:solidFill>
              </a:defRPr>
            </a:pPr>
            <a:r>
              <a:rPr sz="1070" b="1">
                <a:solidFill>
                  <a:srgbClr val="174C7E"/>
                </a:solidFill>
              </a:rPr>
              <a:t>users can explore the data, adjust assumptions, compare models, and understand predictions in one Streamlit interface.</a:t>
            </a:r>
            <a:endParaRPr sz="1070" b="1">
              <a:solidFill>
                <a:srgbClr val="174C7E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弧形 1"/>
          <p:cNvSpPr>
            <a:spLocks noGrp="1"/>
          </p:cNvSpPr>
          <p:nvPr/>
        </p:nvSpPr>
        <p:spPr>
          <a:xfrm>
            <a:off x="-928687" y="-785812"/>
            <a:ext cx="3714750" cy="2143125"/>
          </a:xfrm>
          <a:prstGeom prst="arc">
            <a:avLst/>
          </a:prstGeom>
          <a:solidFill>
            <a:srgbClr val="CFE8FA"/>
          </a:solidFill>
          <a:ln w="0">
            <a:noFill/>
            <a:prstDash val="solid"/>
          </a:ln>
        </p:spPr>
      </p:sp>
      <p:sp>
        <p:nvSpPr>
          <p:cNvPr id="3" name="弧形 2"/>
          <p:cNvSpPr>
            <a:spLocks noGrp="1"/>
          </p:cNvSpPr>
          <p:nvPr/>
        </p:nvSpPr>
        <p:spPr>
          <a:xfrm>
            <a:off x="6572250" y="3607594"/>
            <a:ext cx="3571875" cy="2035969"/>
          </a:xfrm>
          <a:prstGeom prst="arc">
            <a:avLst/>
          </a:prstGeom>
          <a:solidFill>
            <a:srgbClr val="DDEFFB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9144000" cy="64294"/>
          </a:xfrm>
          <a:prstGeom prst="rect">
            <a:avLst/>
          </a:prstGeom>
          <a:solidFill>
            <a:srgbClr val="174C7E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108156" y="257175"/>
            <a:ext cx="500063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2F73B8"/>
                </a:solidFill>
              </a:defRPr>
            </a:pPr>
            <a:r>
              <a:rPr sz="1015" b="1">
                <a:solidFill>
                  <a:srgbClr val="2F73B8"/>
                </a:solidFill>
              </a:rPr>
              <a:t>07</a:t>
            </a:r>
            <a:endParaRPr sz="1015" b="1">
              <a:solidFill>
                <a:srgbClr val="2F73B8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661160" y="257334"/>
            <a:ext cx="542925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 b="1">
                <a:solidFill>
                  <a:srgbClr val="163247"/>
                </a:solidFill>
              </a:defRPr>
            </a:pPr>
            <a:r>
              <a:rPr lang="en-GB" sz="2500" b="0">
                <a:solidFill>
                  <a:schemeClr val="dk2"/>
                </a:solidFill>
                <a:latin typeface="Overpass Black"/>
                <a:ea typeface="Overpass Black"/>
                <a:cs typeface="Overpass Black"/>
              </a:rPr>
              <a:t>Deployment Demo: Dataset Explorer</a:t>
            </a:r>
            <a:endParaRPr lang="en-GB" sz="2500" b="0">
              <a:solidFill>
                <a:schemeClr val="dk2"/>
              </a:solidFill>
              <a:latin typeface="Overpass Black"/>
              <a:ea typeface="Overpass Black"/>
              <a:cs typeface="Overpass Black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9340" y="957580"/>
            <a:ext cx="3974465" cy="210566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595" y="3075940"/>
            <a:ext cx="6087745" cy="211645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484120" y="687070"/>
            <a:ext cx="3785870" cy="2552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defRPr sz="1125">
                <a:solidFill>
                  <a:srgbClr val="5C6F7B"/>
                </a:solidFill>
              </a:defRPr>
            </a:pPr>
            <a:r>
              <a:rPr sz="1070">
                <a:solidFill>
                  <a:srgbClr val="5C6F7B"/>
                </a:solidFill>
                <a:sym typeface="+mn-ea"/>
              </a:rPr>
              <a:t>Explore distributions and workforce-related income patterns.</a:t>
            </a:r>
            <a:endParaRPr lang="zh-CN" altLang="en-US" sz="1070">
              <a:solidFill>
                <a:srgbClr val="5C6F7B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弧形 1"/>
          <p:cNvSpPr>
            <a:spLocks noGrp="1"/>
          </p:cNvSpPr>
          <p:nvPr/>
        </p:nvSpPr>
        <p:spPr>
          <a:xfrm>
            <a:off x="-928687" y="-785812"/>
            <a:ext cx="3714750" cy="2143125"/>
          </a:xfrm>
          <a:prstGeom prst="arc">
            <a:avLst/>
          </a:prstGeom>
          <a:solidFill>
            <a:srgbClr val="CFE8FA"/>
          </a:solidFill>
          <a:ln w="0">
            <a:noFill/>
            <a:prstDash val="solid"/>
          </a:ln>
        </p:spPr>
      </p:sp>
      <p:sp>
        <p:nvSpPr>
          <p:cNvPr id="3" name="弧形 2"/>
          <p:cNvSpPr>
            <a:spLocks noGrp="1"/>
          </p:cNvSpPr>
          <p:nvPr/>
        </p:nvSpPr>
        <p:spPr>
          <a:xfrm>
            <a:off x="6572250" y="3607594"/>
            <a:ext cx="3571875" cy="2035969"/>
          </a:xfrm>
          <a:prstGeom prst="arc">
            <a:avLst/>
          </a:prstGeom>
          <a:solidFill>
            <a:srgbClr val="DDEFFB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9144000" cy="64294"/>
          </a:xfrm>
          <a:prstGeom prst="rect">
            <a:avLst/>
          </a:prstGeom>
          <a:solidFill>
            <a:srgbClr val="174C7E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108156" y="257175"/>
            <a:ext cx="500063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2F73B8"/>
                </a:solidFill>
              </a:defRPr>
            </a:pPr>
            <a:r>
              <a:rPr sz="1015" b="1">
                <a:solidFill>
                  <a:srgbClr val="2F73B8"/>
                </a:solidFill>
              </a:rPr>
              <a:t>07</a:t>
            </a:r>
            <a:endParaRPr sz="1015" b="1">
              <a:solidFill>
                <a:srgbClr val="2F73B8"/>
              </a:solidFill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1"/>
          <a:srcRect l="21705" t="4969"/>
          <a:stretch>
            <a:fillRect/>
          </a:stretch>
        </p:blipFill>
        <p:spPr>
          <a:xfrm>
            <a:off x="35560" y="1059180"/>
            <a:ext cx="4676775" cy="3077845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2"/>
          <a:srcRect l="1357" r="2246"/>
          <a:stretch>
            <a:fillRect/>
          </a:stretch>
        </p:blipFill>
        <p:spPr>
          <a:xfrm>
            <a:off x="4715510" y="1275715"/>
            <a:ext cx="4340225" cy="2845435"/>
          </a:xfrm>
          <a:prstGeom prst="rect">
            <a:avLst/>
          </a:prstGeom>
        </p:spPr>
      </p:pic>
      <p:sp>
        <p:nvSpPr>
          <p:cNvPr id="38" name="矩形 37"/>
          <p:cNvSpPr>
            <a:spLocks noGrp="1"/>
          </p:cNvSpPr>
          <p:nvPr/>
        </p:nvSpPr>
        <p:spPr>
          <a:xfrm>
            <a:off x="2710180" y="722630"/>
            <a:ext cx="3724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5C6F7B"/>
                </a:solidFill>
              </a:defRPr>
            </a:pPr>
            <a:r>
              <a:rPr sz="1070">
                <a:solidFill>
                  <a:srgbClr val="5C6F7B"/>
                </a:solidFill>
              </a:rPr>
              <a:t>Run individual or batch predictions with model comparison.</a:t>
            </a:r>
            <a:endParaRPr sz="1070">
              <a:solidFill>
                <a:srgbClr val="5C6F7B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661160" y="257175"/>
            <a:ext cx="5557520" cy="4146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 b="1">
                <a:solidFill>
                  <a:srgbClr val="163247"/>
                </a:solidFill>
              </a:defRPr>
            </a:pPr>
            <a:r>
              <a:rPr lang="en-GB" sz="2500" b="0">
                <a:solidFill>
                  <a:schemeClr val="dk2"/>
                </a:solidFill>
                <a:latin typeface="Overpass Black"/>
                <a:ea typeface="Overpass Black"/>
                <a:cs typeface="Overpass Black"/>
              </a:rPr>
              <a:t>Deployment Demo: </a:t>
            </a:r>
            <a:r>
              <a:rPr lang="en-GB" sz="2500" b="0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+mn-ea"/>
              </a:rPr>
              <a:t>Prediction Center</a:t>
            </a:r>
            <a:endParaRPr lang="en-GB" sz="2500" b="0">
              <a:solidFill>
                <a:schemeClr val="dk2"/>
              </a:solidFill>
              <a:latin typeface="Overpass Black"/>
              <a:ea typeface="Overpass Black"/>
              <a:cs typeface="Overpass Black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弧形 1"/>
          <p:cNvSpPr>
            <a:spLocks noGrp="1"/>
          </p:cNvSpPr>
          <p:nvPr/>
        </p:nvSpPr>
        <p:spPr>
          <a:xfrm>
            <a:off x="-928687" y="-785812"/>
            <a:ext cx="3714750" cy="2143125"/>
          </a:xfrm>
          <a:prstGeom prst="arc">
            <a:avLst/>
          </a:prstGeom>
          <a:solidFill>
            <a:srgbClr val="CFE8FA"/>
          </a:solidFill>
          <a:ln w="0">
            <a:noFill/>
            <a:prstDash val="solid"/>
          </a:ln>
        </p:spPr>
      </p:sp>
      <p:sp>
        <p:nvSpPr>
          <p:cNvPr id="3" name="弧形 2"/>
          <p:cNvSpPr>
            <a:spLocks noGrp="1"/>
          </p:cNvSpPr>
          <p:nvPr/>
        </p:nvSpPr>
        <p:spPr>
          <a:xfrm>
            <a:off x="6572250" y="3607594"/>
            <a:ext cx="3571875" cy="2035969"/>
          </a:xfrm>
          <a:prstGeom prst="arc">
            <a:avLst/>
          </a:prstGeom>
          <a:solidFill>
            <a:srgbClr val="DDEFFB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9144000" cy="64294"/>
          </a:xfrm>
          <a:prstGeom prst="rect">
            <a:avLst/>
          </a:prstGeom>
          <a:solidFill>
            <a:srgbClr val="174C7E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108156" y="257175"/>
            <a:ext cx="500063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2F73B8"/>
                </a:solidFill>
              </a:defRPr>
            </a:pPr>
            <a:r>
              <a:rPr sz="1015" b="1">
                <a:solidFill>
                  <a:srgbClr val="2F73B8"/>
                </a:solidFill>
              </a:rPr>
              <a:t>08</a:t>
            </a:r>
            <a:endParaRPr sz="1015" b="1">
              <a:solidFill>
                <a:srgbClr val="2F73B8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729105" y="267494"/>
            <a:ext cx="542925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 b="1">
                <a:solidFill>
                  <a:srgbClr val="163247"/>
                </a:solidFill>
              </a:defRPr>
            </a:pPr>
            <a:r>
              <a:rPr lang="en-GB" sz="2500" b="0">
                <a:solidFill>
                  <a:schemeClr val="dk2"/>
                </a:solidFill>
                <a:latin typeface="Overpass Black"/>
                <a:ea typeface="Overpass Black"/>
                <a:cs typeface="Overpass Black"/>
              </a:rPr>
              <a:t>Deployment Demo: What-if Analysis</a:t>
            </a:r>
            <a:endParaRPr lang="en-GB" sz="2500" b="0">
              <a:solidFill>
                <a:schemeClr val="dk2"/>
              </a:solidFill>
              <a:latin typeface="Overpass Black"/>
              <a:ea typeface="Overpass Black"/>
              <a:cs typeface="Overpass Black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700020" y="714375"/>
            <a:ext cx="357060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5C6F7B"/>
                </a:solidFill>
              </a:defRPr>
            </a:pPr>
            <a:r>
              <a:rPr sz="1070">
                <a:sym typeface="+mn-ea"/>
              </a:rPr>
              <a:t>Modify profile features and observe probability changes.</a:t>
            </a:r>
            <a:endParaRPr sz="1070">
              <a:solidFill>
                <a:srgbClr val="5C6F7B"/>
              </a:solidFill>
            </a:endParaRPr>
          </a:p>
          <a:p>
            <a:pPr>
              <a:defRPr sz="1425">
                <a:solidFill>
                  <a:srgbClr val="5C6F7B"/>
                </a:solidFill>
              </a:defRPr>
            </a:pPr>
            <a:endParaRPr sz="1070">
              <a:solidFill>
                <a:srgbClr val="5C6F7B"/>
              </a:solidFill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070" y="1131570"/>
            <a:ext cx="4671060" cy="310705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5555" y="1593215"/>
            <a:ext cx="3785235" cy="23907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弧形 1"/>
          <p:cNvSpPr>
            <a:spLocks noGrp="1"/>
          </p:cNvSpPr>
          <p:nvPr/>
        </p:nvSpPr>
        <p:spPr>
          <a:xfrm>
            <a:off x="-928687" y="-785812"/>
            <a:ext cx="3714750" cy="2143125"/>
          </a:xfrm>
          <a:prstGeom prst="arc">
            <a:avLst/>
          </a:prstGeom>
          <a:solidFill>
            <a:srgbClr val="CFE8FA"/>
          </a:solidFill>
          <a:ln w="0">
            <a:noFill/>
            <a:prstDash val="solid"/>
          </a:ln>
        </p:spPr>
      </p:sp>
      <p:sp>
        <p:nvSpPr>
          <p:cNvPr id="3" name="弧形 2"/>
          <p:cNvSpPr>
            <a:spLocks noGrp="1"/>
          </p:cNvSpPr>
          <p:nvPr/>
        </p:nvSpPr>
        <p:spPr>
          <a:xfrm>
            <a:off x="6572250" y="3607594"/>
            <a:ext cx="3571875" cy="2035969"/>
          </a:xfrm>
          <a:prstGeom prst="arc">
            <a:avLst/>
          </a:prstGeom>
          <a:solidFill>
            <a:srgbClr val="DDEFFB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9144000" cy="64294"/>
          </a:xfrm>
          <a:prstGeom prst="rect">
            <a:avLst/>
          </a:prstGeom>
          <a:solidFill>
            <a:srgbClr val="174C7E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108156" y="257175"/>
            <a:ext cx="500063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2F73B8"/>
                </a:solidFill>
              </a:defRPr>
            </a:pPr>
            <a:r>
              <a:rPr sz="1015" b="1">
                <a:solidFill>
                  <a:srgbClr val="2F73B8"/>
                </a:solidFill>
              </a:rPr>
              <a:t>08</a:t>
            </a:r>
            <a:endParaRPr sz="1015" b="1">
              <a:solidFill>
                <a:srgbClr val="2F73B8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547495" y="257175"/>
            <a:ext cx="5846445" cy="4146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 b="1">
                <a:solidFill>
                  <a:srgbClr val="163247"/>
                </a:solidFill>
              </a:defRPr>
            </a:pPr>
            <a:r>
              <a:rPr lang="en-GB" sz="2500" b="0">
                <a:solidFill>
                  <a:schemeClr val="dk2"/>
                </a:solidFill>
                <a:latin typeface="Overpass Black"/>
                <a:ea typeface="Overpass Black"/>
                <a:cs typeface="Overpass Black"/>
              </a:rPr>
              <a:t>Deployment Demo: Model Performance</a:t>
            </a:r>
            <a:endParaRPr lang="en-GB" sz="2500" b="0">
              <a:solidFill>
                <a:schemeClr val="dk2"/>
              </a:solidFill>
              <a:latin typeface="Overpass Black"/>
              <a:ea typeface="Overpass Black"/>
              <a:cs typeface="Overpass Black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99665" y="699770"/>
            <a:ext cx="434467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5C6F7B"/>
                </a:solidFill>
              </a:defRPr>
            </a:pPr>
            <a:r>
              <a:rPr sz="1070">
                <a:sym typeface="+mn-ea"/>
              </a:rPr>
              <a:t>Review metrics, thresholds, ROC/PR curves, and confusion matrices.</a:t>
            </a:r>
            <a:endParaRPr sz="1070">
              <a:solidFill>
                <a:srgbClr val="5C6F7B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15" y="1563370"/>
            <a:ext cx="4097655" cy="23177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710" y="1131570"/>
            <a:ext cx="4739005" cy="325056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6" name="Google Shape;2186;p43"/>
          <p:cNvSpPr txBox="1">
            <a:spLocks noGrp="1"/>
          </p:cNvSpPr>
          <p:nvPr>
            <p:ph type="title" idx="2"/>
          </p:nvPr>
        </p:nvSpPr>
        <p:spPr>
          <a:xfrm>
            <a:off x="2646000" y="1012100"/>
            <a:ext cx="3852000" cy="179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800" dirty="0"/>
              <a:t>0</a:t>
            </a:r>
            <a:r>
              <a:rPr lang="en-US" sz="13800" dirty="0"/>
              <a:t>7</a:t>
            </a:r>
            <a:endParaRPr lang="en-US" altLang="en-GB" sz="13800" dirty="0"/>
          </a:p>
        </p:txBody>
      </p:sp>
      <p:sp>
        <p:nvSpPr>
          <p:cNvPr id="2187" name="Google Shape;2187;p43"/>
          <p:cNvSpPr txBox="1">
            <a:spLocks noGrp="1"/>
          </p:cNvSpPr>
          <p:nvPr>
            <p:ph type="ctrTitle"/>
          </p:nvPr>
        </p:nvSpPr>
        <p:spPr>
          <a:xfrm>
            <a:off x="1986682" y="2594236"/>
            <a:ext cx="5453507" cy="7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altLang="zh-CN" dirty="0"/>
              <a:t>Limitations &amp; Failure Modes</a:t>
            </a:r>
            <a:endParaRPr lang="en-US" altLang="zh-CN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2" name="Google Shape;2692;p61"/>
          <p:cNvSpPr/>
          <p:nvPr/>
        </p:nvSpPr>
        <p:spPr>
          <a:xfrm>
            <a:off x="3403028" y="1446048"/>
            <a:ext cx="2215500" cy="2215500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93" name="Google Shape;2693;p61"/>
          <p:cNvSpPr txBox="1">
            <a:spLocks noGrp="1"/>
          </p:cNvSpPr>
          <p:nvPr>
            <p:ph type="title"/>
          </p:nvPr>
        </p:nvSpPr>
        <p:spPr>
          <a:xfrm>
            <a:off x="3505250" y="1709373"/>
            <a:ext cx="2028900" cy="17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Limitations &amp; Failure Modes</a:t>
            </a:r>
            <a:endParaRPr lang="en-US" altLang="zh-CN" dirty="0"/>
          </a:p>
        </p:txBody>
      </p:sp>
      <p:pic>
        <p:nvPicPr>
          <p:cNvPr id="2694" name="Google Shape;2694;p61"/>
          <p:cNvPicPr preferRelativeResize="0"/>
          <p:nvPr/>
        </p:nvPicPr>
        <p:blipFill>
          <a:blip r:embed="rId1">
            <a:alphaModFix amt="52000"/>
          </a:blip>
          <a:stretch>
            <a:fillRect/>
          </a:stretch>
        </p:blipFill>
        <p:spPr>
          <a:xfrm rot="-531199" flipH="1">
            <a:off x="621266" y="460731"/>
            <a:ext cx="2169373" cy="590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5" name="Google Shape;2695;p61"/>
          <p:cNvPicPr preferRelativeResize="0"/>
          <p:nvPr/>
        </p:nvPicPr>
        <p:blipFill>
          <a:blip r:embed="rId2">
            <a:alphaModFix amt="52000"/>
          </a:blip>
          <a:stretch>
            <a:fillRect/>
          </a:stretch>
        </p:blipFill>
        <p:spPr>
          <a:xfrm rot="-317847" flipH="1">
            <a:off x="548459" y="3491335"/>
            <a:ext cx="2314987" cy="630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6" name="Google Shape;2696;p61"/>
          <p:cNvPicPr preferRelativeResize="0"/>
          <p:nvPr/>
        </p:nvPicPr>
        <p:blipFill>
          <a:blip r:embed="rId3">
            <a:alphaModFix amt="52000"/>
          </a:blip>
          <a:stretch>
            <a:fillRect/>
          </a:stretch>
        </p:blipFill>
        <p:spPr>
          <a:xfrm rot="-567114" flipH="1">
            <a:off x="6293948" y="3593054"/>
            <a:ext cx="2404594" cy="655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7" name="Google Shape;2697;p61"/>
          <p:cNvPicPr preferRelativeResize="0"/>
          <p:nvPr/>
        </p:nvPicPr>
        <p:blipFill>
          <a:blip r:embed="rId2">
            <a:alphaModFix amt="52000"/>
          </a:blip>
          <a:stretch>
            <a:fillRect/>
          </a:stretch>
        </p:blipFill>
        <p:spPr>
          <a:xfrm rot="-317847" flipH="1">
            <a:off x="6295750" y="445224"/>
            <a:ext cx="2314987" cy="630599"/>
          </a:xfrm>
          <a:prstGeom prst="rect">
            <a:avLst/>
          </a:prstGeom>
          <a:noFill/>
          <a:ln>
            <a:noFill/>
          </a:ln>
        </p:spPr>
      </p:pic>
      <p:sp>
        <p:nvSpPr>
          <p:cNvPr id="2698" name="Google Shape;2698;p61"/>
          <p:cNvSpPr txBox="1">
            <a:spLocks noGrp="1"/>
          </p:cNvSpPr>
          <p:nvPr>
            <p:ph type="title" idx="4294967295"/>
          </p:nvPr>
        </p:nvSpPr>
        <p:spPr>
          <a:xfrm>
            <a:off x="722679" y="447327"/>
            <a:ext cx="2642100" cy="62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/>
              <a:t>Prediction Errors</a:t>
            </a:r>
            <a:endParaRPr lang="en-US" altLang="zh-CN" sz="1600"/>
          </a:p>
        </p:txBody>
      </p:sp>
      <p:sp>
        <p:nvSpPr>
          <p:cNvPr id="2699" name="Google Shape;2699;p61"/>
          <p:cNvSpPr txBox="1">
            <a:spLocks noGrp="1"/>
          </p:cNvSpPr>
          <p:nvPr>
            <p:ph type="subTitle" idx="4294967295"/>
          </p:nvPr>
        </p:nvSpPr>
        <p:spPr>
          <a:xfrm>
            <a:off x="509096" y="885853"/>
            <a:ext cx="2549983" cy="10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False negatives miss actual &gt;50K cases.</a:t>
            </a:r>
            <a:endParaRPr lang="en-US" altLang="zh-C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False positives overestimate some &lt;=50K cases.</a:t>
            </a:r>
            <a:endParaRPr lang="en-US" altLang="zh-CN" dirty="0"/>
          </a:p>
        </p:txBody>
      </p:sp>
      <p:sp>
        <p:nvSpPr>
          <p:cNvPr id="2700" name="Google Shape;2700;p61"/>
          <p:cNvSpPr txBox="1">
            <a:spLocks noGrp="1"/>
          </p:cNvSpPr>
          <p:nvPr>
            <p:ph type="title" idx="4294967295"/>
          </p:nvPr>
        </p:nvSpPr>
        <p:spPr>
          <a:xfrm>
            <a:off x="5783762" y="443004"/>
            <a:ext cx="2642100" cy="62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/>
              <a:t>Subgroup Gaps</a:t>
            </a:r>
            <a:endParaRPr lang="en-US" altLang="zh-CN" sz="1600"/>
          </a:p>
        </p:txBody>
      </p:sp>
      <p:sp>
        <p:nvSpPr>
          <p:cNvPr id="2701" name="Google Shape;2701;p61"/>
          <p:cNvSpPr txBox="1">
            <a:spLocks noGrp="1"/>
          </p:cNvSpPr>
          <p:nvPr>
            <p:ph type="subTitle" idx="4294967295"/>
          </p:nvPr>
        </p:nvSpPr>
        <p:spPr>
          <a:xfrm>
            <a:off x="6089463" y="881653"/>
            <a:ext cx="2847104" cy="10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Recall and F1 vary by sex, education, race, and occupation.</a:t>
            </a:r>
            <a:endParaRPr lang="en-US" altLang="zh-CN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Small groups have less stable results.</a:t>
            </a:r>
            <a:endParaRPr lang="en-US" altLang="zh-CN" dirty="0"/>
          </a:p>
        </p:txBody>
      </p:sp>
      <p:sp>
        <p:nvSpPr>
          <p:cNvPr id="2702" name="Google Shape;2702;p61"/>
          <p:cNvSpPr txBox="1">
            <a:spLocks noGrp="1"/>
          </p:cNvSpPr>
          <p:nvPr>
            <p:ph type="title" idx="4294967295"/>
          </p:nvPr>
        </p:nvSpPr>
        <p:spPr>
          <a:xfrm>
            <a:off x="6477208" y="3605277"/>
            <a:ext cx="2642100" cy="6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/>
              <a:t>Data Limitations</a:t>
            </a:r>
            <a:endParaRPr lang="en-US" altLang="zh-CN" sz="1600" dirty="0"/>
          </a:p>
        </p:txBody>
      </p:sp>
      <p:sp>
        <p:nvSpPr>
          <p:cNvPr id="2703" name="Google Shape;2703;p61"/>
          <p:cNvSpPr txBox="1">
            <a:spLocks noGrp="1"/>
          </p:cNvSpPr>
          <p:nvPr>
            <p:ph type="subTitle" idx="4294967295"/>
          </p:nvPr>
        </p:nvSpPr>
        <p:spPr>
          <a:xfrm>
            <a:off x="6132465" y="4047480"/>
            <a:ext cx="2467174" cy="104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&gt;50K is the minority class.</a:t>
            </a:r>
            <a:endParaRPr lang="en-US" altLang="zh-CN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Dataset is from the 1994 U.S. Census.</a:t>
            </a:r>
            <a:endParaRPr lang="en-US" altLang="zh-CN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$50K threshold is outdated.</a:t>
            </a:r>
            <a:endParaRPr lang="en-US" altLang="zh-CN" dirty="0"/>
          </a:p>
        </p:txBody>
      </p:sp>
      <p:sp>
        <p:nvSpPr>
          <p:cNvPr id="2704" name="Google Shape;2704;p61"/>
          <p:cNvSpPr txBox="1">
            <a:spLocks noGrp="1"/>
          </p:cNvSpPr>
          <p:nvPr>
            <p:ph type="title" idx="4294967295"/>
          </p:nvPr>
        </p:nvSpPr>
        <p:spPr>
          <a:xfrm>
            <a:off x="722679" y="3545655"/>
            <a:ext cx="2642100" cy="6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/>
              <a:t>Fairness Risk</a:t>
            </a:r>
            <a:endParaRPr lang="en-US" altLang="zh-CN" sz="1600" dirty="0"/>
          </a:p>
        </p:txBody>
      </p:sp>
      <p:sp>
        <p:nvSpPr>
          <p:cNvPr id="2705" name="Google Shape;2705;p61"/>
          <p:cNvSpPr txBox="1">
            <a:spLocks noGrp="1"/>
          </p:cNvSpPr>
          <p:nvPr>
            <p:ph type="subTitle" idx="4294967295"/>
          </p:nvPr>
        </p:nvSpPr>
        <p:spPr>
          <a:xfrm>
            <a:off x="544361" y="3969003"/>
            <a:ext cx="2514718" cy="104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Demographic variables may reflect historical inequality.</a:t>
            </a:r>
            <a:endParaRPr lang="en-US" altLang="zh-C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Results show association, not causation.</a:t>
            </a:r>
            <a:endParaRPr lang="en-US" altLang="zh-CN" dirty="0"/>
          </a:p>
        </p:txBody>
      </p:sp>
      <p:sp>
        <p:nvSpPr>
          <p:cNvPr id="2706" name="Google Shape;2706;p61"/>
          <p:cNvSpPr/>
          <p:nvPr/>
        </p:nvSpPr>
        <p:spPr>
          <a:xfrm>
            <a:off x="3008847" y="1329398"/>
            <a:ext cx="695325" cy="466725"/>
          </a:xfrm>
          <a:custGeom>
            <a:avLst/>
            <a:gdLst/>
            <a:ahLst/>
            <a:cxnLst/>
            <a:rect l="l" t="t" r="r" b="b"/>
            <a:pathLst>
              <a:path w="27813" h="18669" extrusionOk="0">
                <a:moveTo>
                  <a:pt x="0" y="0"/>
                </a:moveTo>
                <a:cubicBezTo>
                  <a:pt x="8933" y="6700"/>
                  <a:pt x="17826" y="13675"/>
                  <a:pt x="27813" y="18669"/>
                </a:cubicBezTo>
              </a:path>
            </a:pathLst>
          </a:cu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707" name="Google Shape;2707;p61"/>
          <p:cNvSpPr/>
          <p:nvPr/>
        </p:nvSpPr>
        <p:spPr>
          <a:xfrm flipH="1">
            <a:off x="5321572" y="1329386"/>
            <a:ext cx="695325" cy="466725"/>
          </a:xfrm>
          <a:custGeom>
            <a:avLst/>
            <a:gdLst/>
            <a:ahLst/>
            <a:cxnLst/>
            <a:rect l="l" t="t" r="r" b="b"/>
            <a:pathLst>
              <a:path w="27813" h="18669" extrusionOk="0">
                <a:moveTo>
                  <a:pt x="0" y="0"/>
                </a:moveTo>
                <a:cubicBezTo>
                  <a:pt x="8933" y="6700"/>
                  <a:pt x="17826" y="13675"/>
                  <a:pt x="27813" y="18669"/>
                </a:cubicBezTo>
              </a:path>
            </a:pathLst>
          </a:cu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708" name="Google Shape;2708;p61"/>
          <p:cNvSpPr/>
          <p:nvPr/>
        </p:nvSpPr>
        <p:spPr>
          <a:xfrm rot="10800000">
            <a:off x="5321572" y="3320111"/>
            <a:ext cx="695325" cy="466725"/>
          </a:xfrm>
          <a:custGeom>
            <a:avLst/>
            <a:gdLst/>
            <a:ahLst/>
            <a:cxnLst/>
            <a:rect l="l" t="t" r="r" b="b"/>
            <a:pathLst>
              <a:path w="27813" h="18669" extrusionOk="0">
                <a:moveTo>
                  <a:pt x="0" y="0"/>
                </a:moveTo>
                <a:cubicBezTo>
                  <a:pt x="8933" y="6700"/>
                  <a:pt x="17826" y="13675"/>
                  <a:pt x="27813" y="18669"/>
                </a:cubicBezTo>
              </a:path>
            </a:pathLst>
          </a:cu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709" name="Google Shape;2709;p61"/>
          <p:cNvSpPr/>
          <p:nvPr/>
        </p:nvSpPr>
        <p:spPr>
          <a:xfrm rot="10800000" flipH="1">
            <a:off x="3008847" y="3320123"/>
            <a:ext cx="695325" cy="466725"/>
          </a:xfrm>
          <a:custGeom>
            <a:avLst/>
            <a:gdLst/>
            <a:ahLst/>
            <a:cxnLst/>
            <a:rect l="l" t="t" r="r" b="b"/>
            <a:pathLst>
              <a:path w="27813" h="18669" extrusionOk="0">
                <a:moveTo>
                  <a:pt x="0" y="0"/>
                </a:moveTo>
                <a:cubicBezTo>
                  <a:pt x="8933" y="6700"/>
                  <a:pt x="17826" y="13675"/>
                  <a:pt x="27813" y="18669"/>
                </a:cubicBezTo>
              </a:path>
            </a:pathLst>
          </a:cu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719" name="Google Shape;2719;p63"/>
          <p:cNvSpPr txBox="1"/>
          <p:nvPr/>
        </p:nvSpPr>
        <p:spPr>
          <a:xfrm>
            <a:off x="736646" y="373025"/>
            <a:ext cx="7672500" cy="577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verpass Black"/>
              <a:buNone/>
              <a:defRPr sz="18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verpass Black"/>
              <a:buNone/>
              <a:defRPr sz="24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verpass Black"/>
              <a:buNone/>
              <a:defRPr sz="24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verpass Black"/>
              <a:buNone/>
              <a:defRPr sz="24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verpass Black"/>
              <a:buNone/>
              <a:defRPr sz="24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verpass Black"/>
              <a:buNone/>
              <a:defRPr sz="24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verpass Black"/>
              <a:buNone/>
              <a:defRPr sz="24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verpass Black"/>
              <a:buNone/>
              <a:defRPr sz="24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verpass Black"/>
              <a:buNone/>
              <a:defRPr sz="2400" b="0" i="0" u="none" strike="noStrike" cap="none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Limitations &amp; Failure Modes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39543"/>
            <a:ext cx="3349681" cy="142469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7644" y="1937790"/>
            <a:ext cx="3446356" cy="15200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6" name="Google Shape;2186;p43"/>
          <p:cNvSpPr txBox="1">
            <a:spLocks noGrp="1"/>
          </p:cNvSpPr>
          <p:nvPr>
            <p:ph type="title" idx="2"/>
          </p:nvPr>
        </p:nvSpPr>
        <p:spPr>
          <a:xfrm>
            <a:off x="2555830" y="1639480"/>
            <a:ext cx="3852000" cy="179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800"/>
              <a:t>0</a:t>
            </a:r>
            <a:r>
              <a:rPr lang="en-US" altLang="en-GB" sz="13800"/>
              <a:t>8</a:t>
            </a:r>
            <a:endParaRPr lang="en-US" altLang="en-GB" sz="13800"/>
          </a:p>
        </p:txBody>
      </p:sp>
      <p:sp>
        <p:nvSpPr>
          <p:cNvPr id="2187" name="Google Shape;2187;p43"/>
          <p:cNvSpPr txBox="1">
            <a:spLocks noGrp="1"/>
          </p:cNvSpPr>
          <p:nvPr>
            <p:ph type="ctrTitle"/>
          </p:nvPr>
        </p:nvSpPr>
        <p:spPr>
          <a:xfrm>
            <a:off x="2771730" y="3436246"/>
            <a:ext cx="3852000" cy="7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/>
              <a:t>Conclusion</a:t>
            </a:r>
            <a:endParaRPr lang="en-US" altLang="zh-CN" sz="2800" b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9380000">
            <a:off x="7434580" y="466725"/>
            <a:ext cx="1179830" cy="548005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395605" y="699770"/>
            <a:ext cx="619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527485"/>
                </a:solidFill>
              </a:defRPr>
            </a:pPr>
            <a:r>
              <a:rPr sz="1500">
                <a:solidFill>
                  <a:srgbClr val="527485"/>
                </a:solidFill>
              </a:rPr>
              <a:t>What we learned from modeling and deployment</a:t>
            </a:r>
            <a:endParaRPr sz="1500">
              <a:solidFill>
                <a:srgbClr val="527485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23215" y="1102360"/>
            <a:ext cx="4170680" cy="73406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B8DC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" name="矩形 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57200" y="1102360"/>
            <a:ext cx="4070350" cy="3289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D5F85"/>
                </a:solidFill>
              </a:defRPr>
            </a:pPr>
            <a:r>
              <a:rPr sz="1500" b="1">
                <a:solidFill>
                  <a:srgbClr val="0D5F85"/>
                </a:solidFill>
              </a:rPr>
              <a:t>Income can be predicted reasonably well</a:t>
            </a:r>
            <a:endParaRPr sz="1500" b="1">
              <a:solidFill>
                <a:srgbClr val="0D5F85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57200" y="1335405"/>
            <a:ext cx="3933190" cy="5448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496A79"/>
                </a:solidFill>
              </a:defRPr>
            </a:pPr>
            <a:r>
              <a:rPr sz="1275">
                <a:solidFill>
                  <a:srgbClr val="496A79"/>
                </a:solidFill>
              </a:rPr>
              <a:t>Employment and demographic features provide useful predictive signal.</a:t>
            </a:r>
            <a:endParaRPr sz="1275">
              <a:solidFill>
                <a:srgbClr val="496A79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23215" y="2145030"/>
            <a:ext cx="4170680" cy="815975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B8DC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57200" y="2164715"/>
            <a:ext cx="4241165" cy="2755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D5F85"/>
                </a:solidFill>
              </a:defRPr>
            </a:pPr>
            <a:r>
              <a:rPr sz="1500" b="1">
                <a:solidFill>
                  <a:srgbClr val="0D5F85"/>
                </a:solidFill>
              </a:rPr>
              <a:t>Key factors are consistent with hypotheses</a:t>
            </a:r>
            <a:endParaRPr sz="1500" b="1">
              <a:solidFill>
                <a:srgbClr val="0D5F85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457200" y="2414270"/>
            <a:ext cx="3821430" cy="4235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496A79"/>
                </a:solidFill>
              </a:defRPr>
            </a:pPr>
            <a:r>
              <a:rPr sz="1275">
                <a:solidFill>
                  <a:srgbClr val="496A79"/>
                </a:solidFill>
              </a:rPr>
              <a:t>Education, occupation, marital status, age, and working hours are important.</a:t>
            </a:r>
            <a:endParaRPr sz="1275">
              <a:solidFill>
                <a:srgbClr val="496A79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323215" y="3235325"/>
            <a:ext cx="4170680" cy="847725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B8DC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矩形 1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23568" y="3267951"/>
            <a:ext cx="4704057" cy="1747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D5F85"/>
                </a:solidFill>
              </a:defRPr>
            </a:pPr>
            <a:r>
              <a:rPr sz="1500" b="1">
                <a:solidFill>
                  <a:srgbClr val="0D5F85"/>
                </a:solidFill>
              </a:rPr>
              <a:t>Deployment makes the analysis usable</a:t>
            </a:r>
            <a:endParaRPr sz="1500" b="1">
              <a:solidFill>
                <a:srgbClr val="0D5F85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423545" y="3503930"/>
            <a:ext cx="3804285" cy="492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496A79"/>
                </a:solidFill>
              </a:defRPr>
            </a:pPr>
            <a:r>
              <a:rPr sz="1275">
                <a:solidFill>
                  <a:srgbClr val="496A79"/>
                </a:solidFill>
              </a:rPr>
              <a:t>The Streamlit app supports prediction, comparison, threshold tuning, and what-if analysis.</a:t>
            </a:r>
            <a:endParaRPr sz="1275">
              <a:solidFill>
                <a:srgbClr val="496A79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4887595" y="1335405"/>
            <a:ext cx="3666490" cy="2832735"/>
          </a:xfrm>
          <a:prstGeom prst="roundRect">
            <a:avLst>
              <a:gd name="adj" fmla="val 10169"/>
            </a:avLst>
          </a:prstGeom>
          <a:solidFill>
            <a:srgbClr val="EAF8FB"/>
          </a:solidFill>
          <a:ln w="9525">
            <a:solidFill>
              <a:srgbClr val="90C7D8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5775325" y="1483995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D5F85"/>
                </a:solidFill>
              </a:defRPr>
            </a:pPr>
            <a:r>
              <a:rPr lang="en-US" altLang="zh-CN" sz="1600" b="1">
                <a:solidFill>
                  <a:srgbClr val="0D5F85"/>
                </a:solidFill>
              </a:rPr>
              <a:t>Next Steps</a:t>
            </a:r>
            <a:endParaRPr lang="en-US" altLang="zh-CN" sz="1600" b="1">
              <a:solidFill>
                <a:srgbClr val="0D5F85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124450" y="1948815"/>
            <a:ext cx="3302635" cy="1966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  <a:defRPr sz="1125">
                <a:solidFill>
                  <a:srgbClr val="466B7B"/>
                </a:solidFill>
              </a:defRPr>
            </a:pPr>
            <a:r>
              <a:rPr lang="en-US" altLang="zh-CN" sz="1125" b="1">
                <a:solidFill>
                  <a:srgbClr val="466B7B"/>
                </a:solidFill>
              </a:rPr>
              <a:t>Newer Data:</a:t>
            </a:r>
            <a:r>
              <a:rPr lang="en-US" altLang="zh-CN" sz="1125">
                <a:solidFill>
                  <a:srgbClr val="466B7B"/>
                </a:solidFill>
              </a:rPr>
              <a:t> Use recent labor-market datasets and update the $50K threshold.The target variable is imbalanced</a:t>
            </a:r>
            <a:endParaRPr lang="en-US" altLang="zh-CN" sz="1125">
              <a:solidFill>
                <a:srgbClr val="466B7B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  <a:defRPr sz="1125">
                <a:solidFill>
                  <a:srgbClr val="466B7B"/>
                </a:solidFill>
              </a:defRPr>
            </a:pPr>
            <a:r>
              <a:rPr lang="en-US" altLang="zh-CN" sz="1125" b="1">
                <a:solidFill>
                  <a:srgbClr val="466B7B"/>
                </a:solidFill>
              </a:rPr>
              <a:t>More Model Comparison:</a:t>
            </a:r>
            <a:r>
              <a:rPr lang="en-US" altLang="zh-CN" sz="1125">
                <a:solidFill>
                  <a:srgbClr val="466B7B"/>
                </a:solidFill>
              </a:rPr>
              <a:t> Add new model, such as LightGBM, CatBoost, and calibrated Logistic Regression.</a:t>
            </a:r>
            <a:endParaRPr lang="en-US" altLang="zh-CN" sz="1125">
              <a:solidFill>
                <a:srgbClr val="466B7B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  <a:defRPr sz="1125">
                <a:solidFill>
                  <a:srgbClr val="466B7B"/>
                </a:solidFill>
              </a:defRPr>
            </a:pPr>
            <a:r>
              <a:rPr lang="en-US" altLang="zh-CN" sz="1125" b="1">
                <a:solidFill>
                  <a:srgbClr val="466B7B"/>
                </a:solidFill>
              </a:rPr>
              <a:t>Add model monitoring and maintenance:</a:t>
            </a:r>
            <a:r>
              <a:rPr lang="en-US" altLang="zh-CN" sz="1125">
                <a:solidFill>
                  <a:srgbClr val="466B7B"/>
                </a:solidFill>
              </a:rPr>
              <a:t> Monitor prediction rates, average predicted probability, and subgroup performance over time.</a:t>
            </a:r>
            <a:endParaRPr lang="en-US" altLang="zh-CN" sz="1125">
              <a:solidFill>
                <a:srgbClr val="466B7B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95605" y="195580"/>
            <a:ext cx="253555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300" b="1">
                <a:solidFill>
                  <a:srgbClr val="12384F"/>
                </a:solidFill>
              </a:defRPr>
            </a:pPr>
            <a:r>
              <a:rPr lang="en-US" altLang="zh-CN" sz="3000" b="1">
                <a:solidFill>
                  <a:schemeClr val="dk2"/>
                </a:solidFill>
                <a:latin typeface="Overpass Black"/>
                <a:ea typeface="Overpass Black"/>
                <a:cs typeface="Overpass Black"/>
              </a:rPr>
              <a:t>Conclusion</a:t>
            </a:r>
            <a:endParaRPr sz="3300" b="1">
              <a:solidFill>
                <a:srgbClr val="12384F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5" name="Google Shape;2125;p38"/>
          <p:cNvPicPr preferRelativeResize="0"/>
          <p:nvPr/>
        </p:nvPicPr>
        <p:blipFill>
          <a:blip r:embed="rId1">
            <a:alphaModFix amt="74000"/>
          </a:blip>
          <a:stretch>
            <a:fillRect/>
          </a:stretch>
        </p:blipFill>
        <p:spPr>
          <a:xfrm rot="9461196">
            <a:off x="1917996" y="2388117"/>
            <a:ext cx="2894873" cy="2593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6" name="Google Shape;2126;p38"/>
          <p:cNvPicPr preferRelativeResize="0"/>
          <p:nvPr/>
        </p:nvPicPr>
        <p:blipFill>
          <a:blip r:embed="rId2">
            <a:alphaModFix amt="74000"/>
          </a:blip>
          <a:stretch>
            <a:fillRect/>
          </a:stretch>
        </p:blipFill>
        <p:spPr>
          <a:xfrm rot="1377427">
            <a:off x="4764679" y="752254"/>
            <a:ext cx="2894876" cy="2593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7" name="Google Shape;2127;p38"/>
          <p:cNvPicPr preferRelativeResize="0"/>
          <p:nvPr/>
        </p:nvPicPr>
        <p:blipFill>
          <a:blip r:embed="rId3">
            <a:alphaModFix amt="47000"/>
          </a:blip>
          <a:stretch>
            <a:fillRect/>
          </a:stretch>
        </p:blipFill>
        <p:spPr>
          <a:xfrm>
            <a:off x="1808452" y="290164"/>
            <a:ext cx="5527099" cy="4562724"/>
          </a:xfrm>
          <a:prstGeom prst="rect">
            <a:avLst/>
          </a:prstGeom>
          <a:noFill/>
          <a:ln>
            <a:noFill/>
          </a:ln>
        </p:spPr>
      </p:pic>
      <p:sp>
        <p:nvSpPr>
          <p:cNvPr id="2128" name="Google Shape;2128;p38"/>
          <p:cNvSpPr txBox="1">
            <a:spLocks noGrp="1"/>
          </p:cNvSpPr>
          <p:nvPr>
            <p:ph type="ctrTitle"/>
          </p:nvPr>
        </p:nvSpPr>
        <p:spPr>
          <a:xfrm>
            <a:off x="1331595" y="1203325"/>
            <a:ext cx="6290945" cy="252285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/>
              <a:t>Thank You for Listening!</a:t>
            </a:r>
            <a:br>
              <a:rPr lang="en-US" altLang="zh-CN" sz="4800"/>
            </a:br>
            <a:endParaRPr lang="en-US" altLang="zh-CN" sz="4800"/>
          </a:p>
        </p:txBody>
      </p:sp>
      <p:sp>
        <p:nvSpPr>
          <p:cNvPr id="2129" name="Google Shape;2129;p38"/>
          <p:cNvSpPr txBox="1">
            <a:spLocks noGrp="1"/>
          </p:cNvSpPr>
          <p:nvPr>
            <p:ph type="subTitle" idx="1"/>
          </p:nvPr>
        </p:nvSpPr>
        <p:spPr>
          <a:xfrm>
            <a:off x="2555875" y="3147695"/>
            <a:ext cx="3948430" cy="7924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2400" b="1"/>
              <a:t>Group 3   </a:t>
            </a:r>
            <a:endParaRPr lang="en-US" altLang="en-GB" sz="2400" b="1"/>
          </a:p>
        </p:txBody>
      </p:sp>
      <p:sp>
        <p:nvSpPr>
          <p:cNvPr id="2130" name="Google Shape;2130;p38"/>
          <p:cNvSpPr/>
          <p:nvPr/>
        </p:nvSpPr>
        <p:spPr>
          <a:xfrm>
            <a:off x="-3657600" y="7305175"/>
            <a:ext cx="792600" cy="7926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" name="Google Shape;2129;p38"/>
          <p:cNvSpPr txBox="1"/>
          <p:nvPr/>
        </p:nvSpPr>
        <p:spPr>
          <a:xfrm>
            <a:off x="2845435" y="3651885"/>
            <a:ext cx="3453130" cy="492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 panose="020B0606030504020204"/>
              <a:buNone/>
              <a:defRPr sz="16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 panose="020B0606030504020204"/>
              <a:buNone/>
              <a:defRPr sz="18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 panose="020B0606030504020204"/>
              <a:buNone/>
              <a:defRPr sz="18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 panose="020B0606030504020204"/>
              <a:buNone/>
              <a:defRPr sz="18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 panose="020B0606030504020204"/>
              <a:buNone/>
              <a:defRPr sz="18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 panose="020B0606030504020204"/>
              <a:buNone/>
              <a:defRPr sz="18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 panose="020B0606030504020204"/>
              <a:buNone/>
              <a:defRPr sz="18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 panose="020B0606030504020204"/>
              <a:buNone/>
              <a:defRPr sz="18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 panose="020B0606030504020204"/>
              <a:buNone/>
              <a:defRPr sz="1800" b="0" i="0" u="none" strike="noStrike" cap="none">
                <a:solidFill>
                  <a:schemeClr val="dk2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 b="1"/>
              <a:t>2026.06.30  </a:t>
            </a:r>
            <a:endParaRPr lang="en-US" altLang="en-GB" sz="1800" b="1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40.5,&quot;left&quot;:63.75,&quot;top&quot;:235.3,&quot;width&quot;:507}"/>
</p:tagLst>
</file>

<file path=ppt/tags/tag2.xml><?xml version="1.0" encoding="utf-8"?>
<p:tagLst xmlns:p="http://schemas.openxmlformats.org/presentationml/2006/main">
  <p:tag name="KSO_WM_DIAGRAM_VIRTUALLY_FRAME" val="{&quot;height&quot;:140.5,&quot;left&quot;:63.75,&quot;top&quot;:235.3,&quot;width&quot;:507}"/>
</p:tagLst>
</file>

<file path=ppt/tags/tag3.xml><?xml version="1.0" encoding="utf-8"?>
<p:tagLst xmlns:p="http://schemas.openxmlformats.org/presentationml/2006/main">
  <p:tag name="KSO_WM_DIAGRAM_VIRTUALLY_FRAME" val="{&quot;height&quot;:140.5,&quot;left&quot;:63.75,&quot;top&quot;:235.3,&quot;width&quot;:507}"/>
</p:tagLst>
</file>

<file path=ppt/tags/tag4.xml><?xml version="1.0" encoding="utf-8"?>
<p:tagLst xmlns:p="http://schemas.openxmlformats.org/presentationml/2006/main">
  <p:tag name="KSO_WM_DIAGRAM_VIRTUALLY_FRAME" val="{&quot;height&quot;:140.5,&quot;left&quot;:63.75,&quot;top&quot;:235.3,&quot;width&quot;:507}"/>
</p:tagLst>
</file>

<file path=ppt/tags/tag5.xml><?xml version="1.0" encoding="utf-8"?>
<p:tagLst xmlns:p="http://schemas.openxmlformats.org/presentationml/2006/main">
  <p:tag name="KSO_WM_DIAGRAM_VIRTUALLY_FRAME" val="{&quot;height&quot;:140.5,&quot;left&quot;:63.75,&quot;top&quot;:235.3,&quot;width&quot;:507}"/>
</p:tagLst>
</file>

<file path=ppt/tags/tag6.xml><?xml version="1.0" encoding="utf-8"?>
<p:tagLst xmlns:p="http://schemas.openxmlformats.org/presentationml/2006/main">
  <p:tag name="KSO_WM_DIAGRAM_VIRTUALLY_FRAME" val="{&quot;height&quot;:140.5,&quot;left&quot;:63.75,&quot;top&quot;:235.3,&quot;width&quot;:507}"/>
</p:tagLst>
</file>

<file path=ppt/tags/tag7.xml><?xml version="1.0" encoding="utf-8"?>
<p:tagLst xmlns:p="http://schemas.openxmlformats.org/presentationml/2006/main">
  <p:tag name="KSO_WM_DIAGRAM_VIRTUALLY_FRAME" val="{&quot;height&quot;:140.5,&quot;left&quot;:63.75,&quot;top&quot;:235.3,&quot;width&quot;:507}"/>
</p:tagLst>
</file>

<file path=ppt/tags/tag8.xml><?xml version="1.0" encoding="utf-8"?>
<p:tagLst xmlns:p="http://schemas.openxmlformats.org/presentationml/2006/main">
  <p:tag name="KSO_WM_DIAGRAM_VIRTUALLY_FRAME" val="{&quot;height&quot;:140.5,&quot;left&quot;:63.75,&quot;top&quot;:235.3,&quot;width&quot;:507}"/>
</p:tagLst>
</file>

<file path=ppt/tags/tag9.xml><?xml version="1.0" encoding="utf-8"?>
<p:tagLst xmlns:p="http://schemas.openxmlformats.org/presentationml/2006/main">
  <p:tag name="KSO_WM_DIAGRAM_VIRTUALLY_FRAME" val="{&quot;height&quot;:361.5,&quot;left&quot;:74.08267716535434,&quot;top&quot;:120,&quot;width&quot;:754.6673228346457}"/>
</p:tagLst>
</file>

<file path=ppt/tags/tag10.xml><?xml version="1.0" encoding="utf-8"?>
<p:tagLst xmlns:p="http://schemas.openxmlformats.org/presentationml/2006/main">
  <p:tag name="KSO_WM_DIAGRAM_VIRTUALLY_FRAME" val="{&quot;height&quot;:361.5,&quot;left&quot;:74.08267716535434,&quot;top&quot;:120,&quot;width&quot;:754.6673228346457}"/>
</p:tagLst>
</file>

<file path=ppt/tags/tag11.xml><?xml version="1.0" encoding="utf-8"?>
<p:tagLst xmlns:p="http://schemas.openxmlformats.org/presentationml/2006/main">
  <p:tag name="KSO_WM_DIAGRAM_VIRTUALLY_FRAME" val="{&quot;height&quot;:361.5,&quot;left&quot;:74.08267716535434,&quot;top&quot;:120,&quot;width&quot;:754.6673228346457}"/>
</p:tagLst>
</file>

<file path=ppt/tags/tag12.xml><?xml version="1.0" encoding="utf-8"?>
<p:tagLst xmlns:p="http://schemas.openxmlformats.org/presentationml/2006/main">
  <p:tag name="KSO_WM_DIAGRAM_VIRTUALLY_FRAME" val="{&quot;height&quot;:361.5,&quot;left&quot;:74.08267716535434,&quot;top&quot;:120,&quot;width&quot;:754.6673228346457}"/>
</p:tagLst>
</file>

<file path=ppt/tags/tag13.xml><?xml version="1.0" encoding="utf-8"?>
<p:tagLst xmlns:p="http://schemas.openxmlformats.org/presentationml/2006/main">
  <p:tag name="KSO_WM_DIAGRAM_VIRTUALLY_FRAME" val="{&quot;height&quot;:361.5,&quot;left&quot;:74.08267716535434,&quot;top&quot;:120,&quot;width&quot;:754.6673228346457}"/>
</p:tagLst>
</file>

<file path=ppt/tags/tag14.xml><?xml version="1.0" encoding="utf-8"?>
<p:tagLst xmlns:p="http://schemas.openxmlformats.org/presentationml/2006/main">
  <p:tag name="KSO_WM_DIAGRAM_VIRTUALLY_FRAME" val="{&quot;height&quot;:361.5,&quot;left&quot;:74.08267716535434,&quot;top&quot;:120,&quot;width&quot;:754.6673228346457}"/>
</p:tagLst>
</file>

<file path=ppt/tags/tag15.xml><?xml version="1.0" encoding="utf-8"?>
<p:tagLst xmlns:p="http://schemas.openxmlformats.org/presentationml/2006/main">
  <p:tag name="KSO_WM_DIAGRAM_VIRTUALLY_FRAME" val="{&quot;height&quot;:361.5,&quot;left&quot;:74.08267716535434,&quot;top&quot;:120,&quot;width&quot;:754.6673228346457}"/>
</p:tagLst>
</file>

<file path=ppt/tags/tag16.xml><?xml version="1.0" encoding="utf-8"?>
<p:tagLst xmlns:p="http://schemas.openxmlformats.org/presentationml/2006/main">
  <p:tag name="KSO_WM_DIAGRAM_VIRTUALLY_FRAME" val="{&quot;height&quot;:361.5,&quot;left&quot;:74.08267716535434,&quot;top&quot;:120,&quot;width&quot;:754.6673228346457}"/>
</p:tagLst>
</file>

<file path=ppt/tags/tag17.xml><?xml version="1.0" encoding="utf-8"?>
<p:tagLst xmlns:p="http://schemas.openxmlformats.org/presentationml/2006/main">
  <p:tag name="KSO_WM_DIAGRAM_VIRTUALLY_FRAME" val="{&quot;height&quot;:334.2,&quot;left&quot;:25.45,&quot;top&quot;:63.2,&quot;width&quot;:380.95}"/>
</p:tagLst>
</file>

<file path=ppt/tags/tag18.xml><?xml version="1.0" encoding="utf-8"?>
<p:tagLst xmlns:p="http://schemas.openxmlformats.org/presentationml/2006/main">
  <p:tag name="KSO_WM_DIAGRAM_VIRTUALLY_FRAME" val="{&quot;height&quot;:334.2,&quot;left&quot;:25.45,&quot;top&quot;:63.2,&quot;width&quot;:380.95}"/>
</p:tagLst>
</file>

<file path=ppt/tags/tag19.xml><?xml version="1.0" encoding="utf-8"?>
<p:tagLst xmlns:p="http://schemas.openxmlformats.org/presentationml/2006/main">
  <p:tag name="KSO_WM_DIAGRAM_VIRTUALLY_FRAME" val="{&quot;height&quot;:334.2,&quot;left&quot;:25.45,&quot;top&quot;:63.2,&quot;width&quot;:380.95}"/>
</p:tagLst>
</file>

<file path=ppt/tags/tag20.xml><?xml version="1.0" encoding="utf-8"?>
<p:tagLst xmlns:p="http://schemas.openxmlformats.org/presentationml/2006/main">
  <p:tag name="KSO_WM_DIAGRAM_VIRTUALLY_FRAME" val="{&quot;height&quot;:334.2,&quot;left&quot;:25.45,&quot;top&quot;:63.2,&quot;width&quot;:380.95}"/>
</p:tagLst>
</file>

<file path=ppt/tags/tag21.xml><?xml version="1.0" encoding="utf-8"?>
<p:tagLst xmlns:p="http://schemas.openxmlformats.org/presentationml/2006/main">
  <p:tag name="KSO_WM_DIAGRAM_VIRTUALLY_FRAME" val="{&quot;height&quot;:334.2,&quot;left&quot;:25.45,&quot;top&quot;:63.2,&quot;width&quot;:380.95}"/>
</p:tagLst>
</file>

<file path=ppt/tags/tag22.xml><?xml version="1.0" encoding="utf-8"?>
<p:tagLst xmlns:p="http://schemas.openxmlformats.org/presentationml/2006/main">
  <p:tag name="KSO_WM_DIAGRAM_VIRTUALLY_FRAME" val="{&quot;height&quot;:334.2,&quot;left&quot;:25.45,&quot;top&quot;:63.2,&quot;width&quot;:380.95}"/>
</p:tagLst>
</file>

<file path=ppt/tags/tag23.xml><?xml version="1.0" encoding="utf-8"?>
<p:tagLst xmlns:p="http://schemas.openxmlformats.org/presentationml/2006/main">
  <p:tag name="KSO_WM_DIAGRAM_VIRTUALLY_FRAME" val="{&quot;height&quot;:334.2,&quot;left&quot;:25.45,&quot;top&quot;:63.2,&quot;width&quot;:380.95}"/>
</p:tagLst>
</file>

<file path=ppt/tags/tag24.xml><?xml version="1.0" encoding="utf-8"?>
<p:tagLst xmlns:p="http://schemas.openxmlformats.org/presentationml/2006/main">
  <p:tag name="KSO_WM_DIAGRAM_VIRTUALLY_FRAME" val="{&quot;height&quot;:334.2,&quot;left&quot;:25.45,&quot;top&quot;:63.2,&quot;width&quot;:380.95}"/>
</p:tagLst>
</file>

<file path=ppt/tags/tag25.xml><?xml version="1.0" encoding="utf-8"?>
<p:tagLst xmlns:p="http://schemas.openxmlformats.org/presentationml/2006/main">
  <p:tag name="KSO_WM_DIAGRAM_VIRTUALLY_FRAME" val="{&quot;height&quot;:334.2,&quot;left&quot;:25.45,&quot;top&quot;:63.2,&quot;width&quot;:380.95}"/>
</p:tagLst>
</file>

<file path=ppt/tags/tag26.xml><?xml version="1.0" encoding="utf-8"?>
<p:tagLst xmlns:p="http://schemas.openxmlformats.org/presentationml/2006/main">
  <p:tag name="COMMONDATA" val="eyJoZGlkIjoiZjBmYWJkZDYwZmIzNDI1MjRmN2RjM2Y0ODhiNWQzYTYifQ=="/>
</p:tagLst>
</file>

<file path=ppt/theme/theme1.xml><?xml version="1.0" encoding="utf-8"?>
<a:theme xmlns:a="http://schemas.openxmlformats.org/drawingml/2006/main" name="Aqua Marketing Plan by Slidego">
  <a:themeElements>
    <a:clrScheme name="Simple Light">
      <a:dk1>
        <a:srgbClr val="434343"/>
      </a:dk1>
      <a:lt1>
        <a:srgbClr val="FFFFFF"/>
      </a:lt1>
      <a:dk2>
        <a:srgbClr val="073763"/>
      </a:dk2>
      <a:lt2>
        <a:srgbClr val="3D85C6"/>
      </a:lt2>
      <a:accent1>
        <a:srgbClr val="3D85C6"/>
      </a:accent1>
      <a:accent2>
        <a:srgbClr val="B6D7A8"/>
      </a:accent2>
      <a:accent3>
        <a:srgbClr val="9FC5E8"/>
      </a:accent3>
      <a:accent4>
        <a:srgbClr val="9EDCD9"/>
      </a:accent4>
      <a:accent5>
        <a:srgbClr val="93C47D"/>
      </a:accent5>
      <a:accent6>
        <a:srgbClr val="6FA8DC"/>
      </a:accent6>
      <a:hlink>
        <a:srgbClr val="07376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7398</Words>
  <Application>WPS 演示</Application>
  <PresentationFormat>全屏显示(16:9)</PresentationFormat>
  <Paragraphs>565</Paragraphs>
  <Slides>28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1" baseType="lpstr">
      <vt:lpstr>Arial</vt:lpstr>
      <vt:lpstr>宋体</vt:lpstr>
      <vt:lpstr>Wingdings</vt:lpstr>
      <vt:lpstr>Arial</vt:lpstr>
      <vt:lpstr>Overpass Black</vt:lpstr>
      <vt:lpstr>Open Sans</vt:lpstr>
      <vt:lpstr>Fira Sans Extra Condensed Medium</vt:lpstr>
      <vt:lpstr>Segoe Print</vt:lpstr>
      <vt:lpstr>Josefin Sans</vt:lpstr>
      <vt:lpstr>Open Sans SemiBold</vt:lpstr>
      <vt:lpstr>微软雅黑</vt:lpstr>
      <vt:lpstr>Arial Unicode MS</vt:lpstr>
      <vt:lpstr>Aqua Marketing Plan by Slidego</vt:lpstr>
      <vt:lpstr>Income Prediction &amp; Workforce Analytics </vt:lpstr>
      <vt:lpstr> Introduction </vt:lpstr>
      <vt:lpstr>Introduction</vt:lpstr>
      <vt:lpstr>Dataset Overview</vt:lpstr>
      <vt:lpstr> Dataset Overview </vt:lpstr>
      <vt:lpstr>Data Cleaning and Feature Engineering</vt:lpstr>
      <vt:lpstr>5.6% Missing</vt:lpstr>
      <vt:lpstr>Data Cleaning Pipeline</vt:lpstr>
      <vt:lpstr>Feature Scaling</vt:lpstr>
      <vt:lpstr>PowerPoint 演示文稿</vt:lpstr>
      <vt:lpstr>Exploratory Data Analysis</vt:lpstr>
      <vt:lpstr>Family Structure</vt:lpstr>
      <vt:lpstr>Data Quality Notes</vt:lpstr>
      <vt:lpstr>Modeling</vt:lpstr>
      <vt:lpstr>PowerPoint 演示文稿</vt:lpstr>
      <vt:lpstr>PowerPoint 演示文稿</vt:lpstr>
      <vt:lpstr>PowerPoint 演示文稿</vt:lpstr>
      <vt:lpstr>Streamlit Web App Deployment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Limitations &amp; Failure Modes</vt:lpstr>
      <vt:lpstr>Fairness Risk</vt:lpstr>
      <vt:lpstr>Conclusion</vt:lpstr>
      <vt:lpstr>PowerPoint 演示文稿</vt:lpstr>
      <vt:lpstr>Thank You for Listening!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Aqua Marketing Plan</dc:title>
  <dc:creator/>
  <cp:lastModifiedBy>WPS_1641639392</cp:lastModifiedBy>
  <cp:revision>36</cp:revision>
  <dcterms:created xsi:type="dcterms:W3CDTF">2023-11-08T05:33:00Z</dcterms:created>
  <dcterms:modified xsi:type="dcterms:W3CDTF">2026-06-30T08:00:35Z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4094126450274D519C3E91FCF932D69B_13</vt:lpwstr>
  </property>
  <property fmtid="{D5CDD505-2E9C-101B-9397-08002B2CF9AE}" pid="3" name="KSOProductBuildVer">
    <vt:lpwstr>2052-12.1.0.26375</vt:lpwstr>
  </property>
</Properties>
</file>